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2.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viewProps.xml" ContentType="application/vnd.openxmlformats-officedocument.presentationml.viewProps+xml"/>
  <Override PartName="/ppt/slides/slide8.xml" ContentType="application/vnd.openxmlformats-officedocument.presentationml.slide+xml"/>
  <Override PartName="/ppt/notesSlides/notesSlide8.xml" ContentType="application/vnd.openxmlformats-officedocument.presentationml.notesSlide+xml"/>
  <Override PartName="/ppt/slideMasters/slideMaster1.xml" ContentType="application/vnd.openxmlformats-officedocument.presentationml.slideMaster+xml"/>
  <Override PartName="/ppt/slides/slide2.xml" ContentType="application/vnd.openxmlformats-officedocument.presentationml.slide+xml"/>
  <Override PartName="/docProps/core.xml" ContentType="application/vnd.openxmlformats-package.core-properties+xml"/>
  <Override PartName="/docProps/custom.xml" ContentType="application/vnd.openxmlformats-officedocument.custom-properties+xml"/>
  <Override PartName="/ppt/slideLayouts/slideLayout8.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6.xml" ContentType="application/vnd.openxmlformats-officedocument.presentationml.slideLayout+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6.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9144000" cy="5143500" type="screen16x9"/>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61" d="100"/>
          <a:sy n="161" d="100"/>
        </p:scale>
        <p:origin x="560" y="200"/>
      </p:cViewPr>
      <p:guideLst>
        <p:guide pos="162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notesMaster" Target="notesMasters/notesMaster1.xml"/><Relationship Id="rId18" Type="http://schemas.openxmlformats.org/officeDocument/2006/relationships/presProps" Target="presProps.xml" /><Relationship Id="rId19" Type="http://schemas.openxmlformats.org/officeDocument/2006/relationships/tableStyles" Target="tableStyles.xml" /><Relationship Id="rId2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94551067"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126490905"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0F9C1CCF-B725-44A7-AA57-5E433BD85C9F}" type="datetimeFigureOut">
              <a:rPr lang="en-US"/>
              <a:t>1/2/22</a:t>
            </a:fld>
            <a:endParaRPr lang="en-US"/>
          </a:p>
        </p:txBody>
      </p:sp>
      <p:sp>
        <p:nvSpPr>
          <p:cNvPr id="1368089727"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67123876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79296247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13256523"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18BDFEC3-8487-43E8-A154-7C12CBC1FFF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7BDC981-F575-6AAB-EFF9-B8D33547C7A0}"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8318304" name="Slide Image Placeholder 1"/>
          <p:cNvSpPr>
            <a:spLocks noChangeAspect="1" noGrp="1" noRot="1"/>
          </p:cNvSpPr>
          <p:nvPr>
            <p:ph type="sldImg"/>
          </p:nvPr>
        </p:nvSpPr>
        <p:spPr bwMode="auto"/>
      </p:sp>
      <p:sp>
        <p:nvSpPr>
          <p:cNvPr id="469769593" name="Notes Placeholder 2"/>
          <p:cNvSpPr>
            <a:spLocks noGrp="1"/>
          </p:cNvSpPr>
          <p:nvPr>
            <p:ph type="body" idx="1"/>
          </p:nvPr>
        </p:nvSpPr>
        <p:spPr bwMode="auto"/>
        <p:txBody>
          <a:bodyPr/>
          <a:lstStyle/>
          <a:p>
            <a:pPr marL="0" lvl="0" indent="0">
              <a:buNone/>
              <a:defRPr/>
            </a:pPr>
            <a:r>
              <a:rPr/>
              <a:t>В этом электронном ресурсе рассматривается обучение основам работы с мультимедийными презентациями с применением облачных технологий. Тема актуальна, потому что в учебе все чаще используются онлайн-сервисы. С их помощью можно создавать презентации без установки сложных программ, хранить материалы в интернете и открывать доступ по ссылке.</a:t>
            </a:r>
            <a:endParaRPr/>
          </a:p>
        </p:txBody>
      </p:sp>
      <p:sp>
        <p:nvSpPr>
          <p:cNvPr id="208902113" name="Slide Number Placeholder 3"/>
          <p:cNvSpPr>
            <a:spLocks noGrp="1"/>
          </p:cNvSpPr>
          <p:nvPr>
            <p:ph type="sldNum" sz="quarter" idx="10"/>
          </p:nvPr>
        </p:nvSpPr>
        <p:spPr bwMode="auto"/>
        <p:txBody>
          <a:bodyPr/>
          <a:lstStyle/>
          <a:p>
            <a:pPr>
              <a:defRPr/>
            </a:pPr>
            <a:fld id="{18BDFEC3-8487-43E8-A154-7C12CBC1FFF2}"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9105742" name="Slide Image Placeholder 1"/>
          <p:cNvSpPr>
            <a:spLocks noChangeAspect="1" noGrp="1" noRot="1"/>
          </p:cNvSpPr>
          <p:nvPr>
            <p:ph type="sldImg"/>
          </p:nvPr>
        </p:nvSpPr>
        <p:spPr bwMode="auto"/>
      </p:sp>
      <p:sp>
        <p:nvSpPr>
          <p:cNvPr id="134745344" name="Notes Placeholder 2"/>
          <p:cNvSpPr>
            <a:spLocks noGrp="1"/>
          </p:cNvSpPr>
          <p:nvPr>
            <p:ph type="body" idx="1"/>
          </p:nvPr>
        </p:nvSpPr>
        <p:spPr bwMode="auto"/>
        <p:txBody>
          <a:bodyPr/>
          <a:lstStyle/>
          <a:p>
            <a:pPr marL="0" lvl="0" indent="0">
              <a:buNone/>
              <a:defRPr/>
            </a:pPr>
            <a:r>
              <a:rPr/>
              <a:t>Цель работы - показать, как учащиеся могут создавать простые мультимедийные презентации в облачных сервисах. Для этого нужно объяснить основные понятия, рассмотреть сервисы, показать правила оформления, составить конспект урока и проверить знания с помощью теста.</a:t>
            </a:r>
            <a:endParaRPr/>
          </a:p>
        </p:txBody>
      </p:sp>
      <p:sp>
        <p:nvSpPr>
          <p:cNvPr id="1445758578" name="Slide Number Placeholder 3"/>
          <p:cNvSpPr>
            <a:spLocks noGrp="1"/>
          </p:cNvSpPr>
          <p:nvPr>
            <p:ph type="sldNum" sz="quarter" idx="10"/>
          </p:nvPr>
        </p:nvSpPr>
        <p:spPr bwMode="auto"/>
        <p:txBody>
          <a:bodyPr/>
          <a:lstStyle/>
          <a:p>
            <a:pPr>
              <a:defRPr/>
            </a:pPr>
            <a:fld id="{18BDFEC3-8487-43E8-A154-7C12CBC1FFF2}"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9078260" name="Slide Image Placeholder 1"/>
          <p:cNvSpPr>
            <a:spLocks noChangeAspect="1" noGrp="1" noRot="1"/>
          </p:cNvSpPr>
          <p:nvPr>
            <p:ph type="sldImg"/>
          </p:nvPr>
        </p:nvSpPr>
        <p:spPr bwMode="auto"/>
      </p:sp>
      <p:sp>
        <p:nvSpPr>
          <p:cNvPr id="1401038944" name="Notes Placeholder 2"/>
          <p:cNvSpPr>
            <a:spLocks noGrp="1"/>
          </p:cNvSpPr>
          <p:nvPr>
            <p:ph type="body" idx="1"/>
          </p:nvPr>
        </p:nvSpPr>
        <p:spPr bwMode="auto"/>
        <p:txBody>
          <a:bodyPr/>
          <a:lstStyle/>
          <a:p>
            <a:pPr marL="0" lvl="0" indent="0">
              <a:buNone/>
              <a:defRPr/>
            </a:pPr>
            <a:r>
              <a:rPr/>
              <a:t>Облачные технологии - это способ работы с программами и файлами через интернет. Пользователь открывает сервис в браузере, а данные хранятся не только на компьютере, но и на удаленном сервере. Главное преимущество облачных технологий в том, что материалы доступны с разных устройств. Например, учащийся может начать презентацию в классе, а продолжить дома.</a:t>
            </a:r>
            <a:endParaRPr/>
          </a:p>
        </p:txBody>
      </p:sp>
      <p:sp>
        <p:nvSpPr>
          <p:cNvPr id="2078486711" name="Slide Number Placeholder 3"/>
          <p:cNvSpPr>
            <a:spLocks noGrp="1"/>
          </p:cNvSpPr>
          <p:nvPr>
            <p:ph type="sldNum" sz="quarter" idx="10"/>
          </p:nvPr>
        </p:nvSpPr>
        <p:spPr bwMode="auto"/>
        <p:txBody>
          <a:bodyPr/>
          <a:lstStyle/>
          <a:p>
            <a:pPr>
              <a:defRPr/>
            </a:pPr>
            <a:fld id="{18BDFEC3-8487-43E8-A154-7C12CBC1FFF2}"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76114942" name="Slide Image Placeholder 1"/>
          <p:cNvSpPr>
            <a:spLocks noChangeAspect="1" noGrp="1" noRot="1"/>
          </p:cNvSpPr>
          <p:nvPr>
            <p:ph type="sldImg"/>
          </p:nvPr>
        </p:nvSpPr>
        <p:spPr bwMode="auto"/>
      </p:sp>
      <p:sp>
        <p:nvSpPr>
          <p:cNvPr id="994915055" name="Notes Placeholder 2"/>
          <p:cNvSpPr>
            <a:spLocks noGrp="1"/>
          </p:cNvSpPr>
          <p:nvPr>
            <p:ph type="body" idx="1"/>
          </p:nvPr>
        </p:nvSpPr>
        <p:spPr bwMode="auto"/>
        <p:txBody>
          <a:bodyPr/>
          <a:lstStyle/>
          <a:p>
            <a:pPr marL="0" lvl="0" indent="0">
              <a:buNone/>
              <a:defRPr/>
            </a:pPr>
            <a:r>
              <a:rPr/>
              <a:t>Еще одно преимущество - совместная работа. Несколько человек могут редактировать один файл, оставлять комментарии и видеть изменения друг друга. Также во многих сервисах есть автосохранение. Это снижает риск потерять работу. Но есть и ограничения. Для работы нужен стабильный интернет. Некоторые функции могут быть платными. Кроме того, важно соблюдать безопасность аккаунта: использовать надежный пароль и не передавать доступ посторонним.</a:t>
            </a:r>
            <a:endParaRPr/>
          </a:p>
        </p:txBody>
      </p:sp>
      <p:sp>
        <p:nvSpPr>
          <p:cNvPr id="906841604" name="Slide Number Placeholder 3"/>
          <p:cNvSpPr>
            <a:spLocks noGrp="1"/>
          </p:cNvSpPr>
          <p:nvPr>
            <p:ph type="sldNum" sz="quarter" idx="10"/>
          </p:nvPr>
        </p:nvSpPr>
        <p:spPr bwMode="auto"/>
        <p:txBody>
          <a:bodyPr/>
          <a:lstStyle/>
          <a:p>
            <a:pPr>
              <a:defRPr/>
            </a:pPr>
            <a:fld id="{18BDFEC3-8487-43E8-A154-7C12CBC1FFF2}"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0856790" name="Slide Image Placeholder 1"/>
          <p:cNvSpPr>
            <a:spLocks noChangeAspect="1" noGrp="1" noRot="1"/>
          </p:cNvSpPr>
          <p:nvPr>
            <p:ph type="sldImg"/>
          </p:nvPr>
        </p:nvSpPr>
        <p:spPr bwMode="auto"/>
      </p:sp>
      <p:sp>
        <p:nvSpPr>
          <p:cNvPr id="863346470" name="Notes Placeholder 2"/>
          <p:cNvSpPr>
            <a:spLocks noGrp="1"/>
          </p:cNvSpPr>
          <p:nvPr>
            <p:ph type="body" idx="1"/>
          </p:nvPr>
        </p:nvSpPr>
        <p:spPr bwMode="auto"/>
        <p:txBody>
          <a:bodyPr/>
          <a:lstStyle/>
          <a:p>
            <a:pPr marL="0" lvl="0" indent="0">
              <a:buNone/>
              <a:defRPr/>
            </a:pPr>
            <a:r>
              <a:rPr/>
              <a:t>Для создания презентаций можно использовать разные облачные сервисы. Google Slides подходит для совместной работы. Microsoft PowerPoint Online удобен тем, что похож на обычный PowerPoint. Prezi позволяет создавать нелинейные презентации. Canva удобна для оформления, потому что в ней много готовых шаблонов. Яндекс Документы можно использовать для хранения материалов и общего доступа в российской облачной среде.</a:t>
            </a:r>
            <a:endParaRPr/>
          </a:p>
        </p:txBody>
      </p:sp>
      <p:sp>
        <p:nvSpPr>
          <p:cNvPr id="33898429" name="Slide Number Placeholder 3"/>
          <p:cNvSpPr>
            <a:spLocks noGrp="1"/>
          </p:cNvSpPr>
          <p:nvPr>
            <p:ph type="sldNum" sz="quarter" idx="10"/>
          </p:nvPr>
        </p:nvSpPr>
        <p:spPr bwMode="auto"/>
        <p:txBody>
          <a:bodyPr/>
          <a:lstStyle/>
          <a:p>
            <a:pPr>
              <a:defRPr/>
            </a:pPr>
            <a:fld id="{18BDFEC3-8487-43E8-A154-7C12CBC1FFF2}"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279817" name="Slide Image Placeholder 1"/>
          <p:cNvSpPr>
            <a:spLocks noChangeAspect="1" noGrp="1" noRot="1"/>
          </p:cNvSpPr>
          <p:nvPr>
            <p:ph type="sldImg"/>
          </p:nvPr>
        </p:nvSpPr>
        <p:spPr bwMode="auto"/>
      </p:sp>
      <p:sp>
        <p:nvSpPr>
          <p:cNvPr id="1293637422" name="Notes Placeholder 2"/>
          <p:cNvSpPr>
            <a:spLocks noGrp="1"/>
          </p:cNvSpPr>
          <p:nvPr>
            <p:ph type="body" idx="1"/>
          </p:nvPr>
        </p:nvSpPr>
        <p:spPr bwMode="auto"/>
        <p:txBody>
          <a:bodyPr/>
          <a:lstStyle/>
          <a:p>
            <a:pPr marL="0" lvl="0" indent="0">
              <a:buNone/>
              <a:defRPr/>
            </a:pPr>
            <a:r>
              <a:rPr/>
              <a:t>На уроке сервисы применяются так: учащиеся выбирают тему, создают 5-7 слайдов, добавляют текст, изображение и видео, а затем публикуют работу по ссылке. После этого готовую презентацию можно показать классу и обсудить результат.</a:t>
            </a:r>
            <a:endParaRPr/>
          </a:p>
        </p:txBody>
      </p:sp>
      <p:sp>
        <p:nvSpPr>
          <p:cNvPr id="121959050" name="Slide Number Placeholder 3"/>
          <p:cNvSpPr>
            <a:spLocks noGrp="1"/>
          </p:cNvSpPr>
          <p:nvPr>
            <p:ph type="sldNum" sz="quarter" idx="10"/>
          </p:nvPr>
        </p:nvSpPr>
        <p:spPr bwMode="auto"/>
        <p:txBody>
          <a:bodyPr/>
          <a:lstStyle/>
          <a:p>
            <a:pPr>
              <a:defRPr/>
            </a:pPr>
            <a:fld id="{18BDFEC3-8487-43E8-A154-7C12CBC1FFF2}"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90113862" name="Slide Image Placeholder 1"/>
          <p:cNvSpPr>
            <a:spLocks noChangeAspect="1" noGrp="1" noRot="1"/>
          </p:cNvSpPr>
          <p:nvPr>
            <p:ph type="sldImg"/>
          </p:nvPr>
        </p:nvSpPr>
        <p:spPr bwMode="auto"/>
      </p:sp>
      <p:sp>
        <p:nvSpPr>
          <p:cNvPr id="1130931521" name="Notes Placeholder 2"/>
          <p:cNvSpPr>
            <a:spLocks noGrp="1"/>
          </p:cNvSpPr>
          <p:nvPr>
            <p:ph type="body" idx="1"/>
          </p:nvPr>
        </p:nvSpPr>
        <p:spPr bwMode="auto"/>
        <p:txBody>
          <a:bodyPr/>
          <a:lstStyle/>
          <a:p>
            <a:pPr marL="0" lvl="0" indent="0">
              <a:buNone/>
              <a:defRPr/>
            </a:pPr>
            <a:r>
              <a:rPr/>
              <a:t>Если сравнить сервисы, то каждый из них удобен для своей задачи. Google Slides хорошо подходит для совместной работы. PowerPoint Online сохраняет привычный формат PowerPoint. Prezi помогает показать связи между понятиями. Canva упрощает оформление. Яндекс Документы подходит для хранения и обмена файлами.</a:t>
            </a:r>
            <a:endParaRPr/>
          </a:p>
        </p:txBody>
      </p:sp>
      <p:sp>
        <p:nvSpPr>
          <p:cNvPr id="1376349970" name="Slide Number Placeholder 3"/>
          <p:cNvSpPr>
            <a:spLocks noGrp="1"/>
          </p:cNvSpPr>
          <p:nvPr>
            <p:ph type="sldNum" sz="quarter" idx="10"/>
          </p:nvPr>
        </p:nvSpPr>
        <p:spPr bwMode="auto"/>
        <p:txBody>
          <a:bodyPr/>
          <a:lstStyle/>
          <a:p>
            <a:pPr>
              <a:defRPr/>
            </a:pPr>
            <a:fld id="{18BDFEC3-8487-43E8-A154-7C12CBC1FFF2}"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5272420" name="Slide Image Placeholder 1"/>
          <p:cNvSpPr>
            <a:spLocks noChangeAspect="1" noGrp="1" noRot="1"/>
          </p:cNvSpPr>
          <p:nvPr>
            <p:ph type="sldImg"/>
          </p:nvPr>
        </p:nvSpPr>
        <p:spPr bwMode="auto"/>
      </p:sp>
      <p:sp>
        <p:nvSpPr>
          <p:cNvPr id="1017545021" name="Notes Placeholder 2"/>
          <p:cNvSpPr>
            <a:spLocks noGrp="1"/>
          </p:cNvSpPr>
          <p:nvPr>
            <p:ph type="body" idx="1"/>
          </p:nvPr>
        </p:nvSpPr>
        <p:spPr bwMode="auto"/>
        <p:txBody>
          <a:bodyPr/>
          <a:lstStyle/>
          <a:p>
            <a:pPr marL="0" lvl="0" indent="0">
              <a:buNone/>
              <a:defRPr/>
            </a:pPr>
            <a:r>
              <a:rPr/>
              <a:t>При подготовке занятия можно использовать учебники по информатике, методические пособия по информационным технологиям в образовании и статьи о цифровой образовательной среде. Для данной темы важны материалы, где объясняется работа с презентациями, правила оформления слайдов и применение облачных сервисов в обучении.</a:t>
            </a:r>
            <a:endParaRPr/>
          </a:p>
        </p:txBody>
      </p:sp>
      <p:sp>
        <p:nvSpPr>
          <p:cNvPr id="1773237552" name="Slide Number Placeholder 3"/>
          <p:cNvSpPr>
            <a:spLocks noGrp="1"/>
          </p:cNvSpPr>
          <p:nvPr>
            <p:ph type="sldNum" sz="quarter" idx="10"/>
          </p:nvPr>
        </p:nvSpPr>
        <p:spPr bwMode="auto"/>
        <p:txBody>
          <a:bodyPr/>
          <a:lstStyle/>
          <a:p>
            <a:pPr>
              <a:defRPr/>
            </a:pPr>
            <a:fld id="{18BDFEC3-8487-43E8-A154-7C12CBC1FFF2}"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10035669" name="Slide Image Placeholder 1"/>
          <p:cNvSpPr>
            <a:spLocks noChangeAspect="1" noGrp="1" noRot="1"/>
          </p:cNvSpPr>
          <p:nvPr>
            <p:ph type="sldImg"/>
          </p:nvPr>
        </p:nvSpPr>
        <p:spPr bwMode="auto"/>
      </p:sp>
      <p:sp>
        <p:nvSpPr>
          <p:cNvPr id="1414220118" name="Notes Placeholder 2"/>
          <p:cNvSpPr>
            <a:spLocks noGrp="1"/>
          </p:cNvSpPr>
          <p:nvPr>
            <p:ph type="body" idx="1"/>
          </p:nvPr>
        </p:nvSpPr>
        <p:spPr bwMode="auto"/>
        <p:txBody>
          <a:bodyPr/>
          <a:lstStyle/>
          <a:p>
            <a:pPr marL="0" lvl="0" indent="0">
              <a:buNone/>
              <a:defRPr/>
            </a:pPr>
            <a:r>
              <a:rPr/>
              <a:t>Учебный материал лучше строить постепенно. Сначала дается короткое объяснение, затем учитель показывает пример на экране. После этого учащиеся выполняют практическое задание. Для хорошей презентации важно соблюдать несколько правил: на слайде должно быть немного текста, изображения должны помогать понимать материал, видео должно быть коротким и связанным с темой, а оформление лучше делать в едином стиле.</a:t>
            </a:r>
            <a:endParaRPr/>
          </a:p>
        </p:txBody>
      </p:sp>
      <p:sp>
        <p:nvSpPr>
          <p:cNvPr id="555459362" name="Slide Number Placeholder 3"/>
          <p:cNvSpPr>
            <a:spLocks noGrp="1"/>
          </p:cNvSpPr>
          <p:nvPr>
            <p:ph type="sldNum" sz="quarter" idx="10"/>
          </p:nvPr>
        </p:nvSpPr>
        <p:spPr bwMode="auto"/>
        <p:txBody>
          <a:bodyPr/>
          <a:lstStyle/>
          <a:p>
            <a:pPr>
              <a:defRPr/>
            </a:pPr>
            <a:fld id="{18BDFEC3-8487-43E8-A154-7C12CBC1FFF2}"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0845457" name="Slide Image Placeholder 1"/>
          <p:cNvSpPr>
            <a:spLocks noChangeAspect="1" noGrp="1" noRot="1"/>
          </p:cNvSpPr>
          <p:nvPr>
            <p:ph type="sldImg"/>
          </p:nvPr>
        </p:nvSpPr>
        <p:spPr bwMode="auto"/>
      </p:sp>
      <p:sp>
        <p:nvSpPr>
          <p:cNvPr id="1406230125" name="Notes Placeholder 2"/>
          <p:cNvSpPr>
            <a:spLocks noGrp="1"/>
          </p:cNvSpPr>
          <p:nvPr>
            <p:ph type="body" idx="1"/>
          </p:nvPr>
        </p:nvSpPr>
        <p:spPr bwMode="auto"/>
        <p:txBody>
          <a:bodyPr/>
          <a:lstStyle/>
          <a:p>
            <a:pPr marL="0" lvl="0" indent="0">
              <a:buNone/>
              <a:defRPr/>
            </a:pPr>
            <a:r>
              <a:rPr/>
              <a:t>Конспект урока посвящен созданию презентации в облачном сервисе. Цель урока - научить учащихся создавать простую мультимедийную презентацию и публиковать ее по ссылке. В начале урока учитель формулирует тему и объясняет, зачем нужны облачные сервисы.</a:t>
            </a:r>
            <a:endParaRPr/>
          </a:p>
        </p:txBody>
      </p:sp>
      <p:sp>
        <p:nvSpPr>
          <p:cNvPr id="112419508" name="Slide Number Placeholder 3"/>
          <p:cNvSpPr>
            <a:spLocks noGrp="1"/>
          </p:cNvSpPr>
          <p:nvPr>
            <p:ph type="sldNum" sz="quarter" idx="10"/>
          </p:nvPr>
        </p:nvSpPr>
        <p:spPr bwMode="auto"/>
        <p:txBody>
          <a:bodyPr/>
          <a:lstStyle/>
          <a:p>
            <a:pPr>
              <a:defRPr/>
            </a:pPr>
            <a:fld id="{18BDFEC3-8487-43E8-A154-7C12CBC1FFF2}" type="slidenum">
              <a:rPr lang="en-US"/>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2087161" name="Slide Image Placeholder 1"/>
          <p:cNvSpPr>
            <a:spLocks noChangeAspect="1" noGrp="1" noRot="1"/>
          </p:cNvSpPr>
          <p:nvPr>
            <p:ph type="sldImg"/>
          </p:nvPr>
        </p:nvSpPr>
        <p:spPr bwMode="auto"/>
      </p:sp>
      <p:sp>
        <p:nvSpPr>
          <p:cNvPr id="1639231447" name="Notes Placeholder 2"/>
          <p:cNvSpPr>
            <a:spLocks noGrp="1"/>
          </p:cNvSpPr>
          <p:nvPr>
            <p:ph type="body" idx="1"/>
          </p:nvPr>
        </p:nvSpPr>
        <p:spPr bwMode="auto"/>
        <p:txBody>
          <a:bodyPr/>
          <a:lstStyle/>
          <a:p>
            <a:pPr marL="0" lvl="0" indent="0">
              <a:buNone/>
              <a:defRPr/>
            </a:pPr>
            <a:r>
              <a:rPr/>
              <a:t>Затем учитель показывает, как открыть сервис, создать файл презентации и добавить первые слайды. После демонстрации учащиеся выполняют практическую работу. Им нужно создать 5 слайдов, добавить заголовки, короткий текст, изображение и видео. Затем учащиеся настраивают общий доступ и отправляют ссылку на работу.</a:t>
            </a:r>
            <a:endParaRPr/>
          </a:p>
        </p:txBody>
      </p:sp>
      <p:sp>
        <p:nvSpPr>
          <p:cNvPr id="2048728126" name="Slide Number Placeholder 3"/>
          <p:cNvSpPr>
            <a:spLocks noGrp="1"/>
          </p:cNvSpPr>
          <p:nvPr>
            <p:ph type="sldNum" sz="quarter" idx="10"/>
          </p:nvPr>
        </p:nvSpPr>
        <p:spPr bwMode="auto"/>
        <p:txBody>
          <a:bodyPr/>
          <a:lstStyle/>
          <a:p>
            <a:pPr>
              <a:defRPr/>
            </a:pPr>
            <a:fld id="{18BDFEC3-8487-43E8-A154-7C12CBC1FFF2}"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9690760" name="Slide Image Placeholder 1"/>
          <p:cNvSpPr>
            <a:spLocks noChangeAspect="1" noGrp="1" noRot="1"/>
          </p:cNvSpPr>
          <p:nvPr>
            <p:ph type="sldImg"/>
          </p:nvPr>
        </p:nvSpPr>
        <p:spPr bwMode="auto"/>
      </p:sp>
      <p:sp>
        <p:nvSpPr>
          <p:cNvPr id="971754609" name="Notes Placeholder 2"/>
          <p:cNvSpPr>
            <a:spLocks noGrp="1"/>
          </p:cNvSpPr>
          <p:nvPr>
            <p:ph type="body" idx="1"/>
          </p:nvPr>
        </p:nvSpPr>
        <p:spPr bwMode="auto"/>
        <p:txBody>
          <a:bodyPr/>
          <a:lstStyle/>
          <a:p>
            <a:pPr marL="0" lvl="0" indent="0">
              <a:buNone/>
              <a:defRPr/>
            </a:pPr>
            <a:r>
              <a:rPr/>
              <a:t>В конце урока проводится проверочный тест из 10 вопросов. Он помогает закрепить понятия: облачный сервис, мультимедийная презентация, общий доступ, правила оформления и публикация работы. Итог урока заключается в том, что учащиеся получают практический навык создания презентации с использованием облачных технологий.</a:t>
            </a:r>
            <a:endParaRPr/>
          </a:p>
        </p:txBody>
      </p:sp>
      <p:sp>
        <p:nvSpPr>
          <p:cNvPr id="2119549945" name="Slide Number Placeholder 3"/>
          <p:cNvSpPr>
            <a:spLocks noGrp="1"/>
          </p:cNvSpPr>
          <p:nvPr>
            <p:ph type="sldNum" sz="quarter" idx="10"/>
          </p:nvPr>
        </p:nvSpPr>
        <p:spPr bwMode="auto"/>
        <p:txBody>
          <a:bodyPr/>
          <a:lstStyle/>
          <a:p>
            <a:pPr>
              <a:defRPr/>
            </a:pPr>
            <a:fld id="{18BDFEC3-8487-43E8-A154-7C12CBC1FFF2}" type="slidenum">
              <a:rPr lang="en-US"/>
              <a:t>14</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2035448489" name="Title 1"/>
          <p:cNvSpPr>
            <a:spLocks noGrp="1"/>
          </p:cNvSpPr>
          <p:nvPr>
            <p:ph type="ctrTitle"/>
          </p:nvPr>
        </p:nvSpPr>
        <p:spPr bwMode="auto">
          <a:xfrm>
            <a:off x="685800" y="1597819"/>
            <a:ext cx="7772400" cy="1102519"/>
          </a:xfrm>
        </p:spPr>
        <p:txBody>
          <a:bodyPr/>
          <a:lstStyle/>
          <a:p>
            <a:pPr>
              <a:defRPr/>
            </a:pPr>
            <a:r>
              <a:rPr lang="en-US"/>
              <a:t>Click to edit Master title style</a:t>
            </a:r>
            <a:endParaRPr/>
          </a:p>
        </p:txBody>
      </p:sp>
      <p:sp>
        <p:nvSpPr>
          <p:cNvPr id="272251144" name="Subtitle 2"/>
          <p:cNvSpPr>
            <a:spLocks noGrp="1"/>
          </p:cNvSpPr>
          <p:nvPr>
            <p:ph type="subTitle" idx="1"/>
          </p:nvPr>
        </p:nvSpPr>
        <p:spPr bwMode="auto">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pPr>
              <a:defRPr/>
            </a:pPr>
            <a:r>
              <a:rPr lang="en-US"/>
              <a:t>Click to edit Master subtitle style</a:t>
            </a:r>
            <a:endParaRPr/>
          </a:p>
        </p:txBody>
      </p:sp>
      <p:sp>
        <p:nvSpPr>
          <p:cNvPr id="252947201" name="Date Placeholder 3"/>
          <p:cNvSpPr>
            <a:spLocks noGrp="1"/>
          </p:cNvSpPr>
          <p:nvPr>
            <p:ph type="dt" sz="half" idx="10"/>
          </p:nvPr>
        </p:nvSpPr>
        <p:spPr bwMode="auto"/>
        <p:txBody>
          <a:bodyPr/>
          <a:lstStyle/>
          <a:p>
            <a:pPr>
              <a:defRPr/>
            </a:pPr>
            <a:fld id="{241EB5C9-1307-BA42-ABA2-0BC069CD8E7F}" type="datetimeFigureOut">
              <a:rPr lang="en-US"/>
              <a:t>1/2/22</a:t>
            </a:fld>
            <a:endParaRPr lang="en-US"/>
          </a:p>
        </p:txBody>
      </p:sp>
      <p:sp>
        <p:nvSpPr>
          <p:cNvPr id="496420649" name="Footer Placeholder 4"/>
          <p:cNvSpPr>
            <a:spLocks noGrp="1"/>
          </p:cNvSpPr>
          <p:nvPr>
            <p:ph type="ftr" sz="quarter" idx="11"/>
          </p:nvPr>
        </p:nvSpPr>
        <p:spPr bwMode="auto"/>
        <p:txBody>
          <a:bodyPr/>
          <a:lstStyle/>
          <a:p>
            <a:pPr>
              <a:defRPr/>
            </a:pPr>
            <a:endParaRPr lang="en-US"/>
          </a:p>
        </p:txBody>
      </p:sp>
      <p:sp>
        <p:nvSpPr>
          <p:cNvPr id="154470658" name="Slide Number Placeholder 5"/>
          <p:cNvSpPr>
            <a:spLocks noGrp="1"/>
          </p:cNvSpPr>
          <p:nvPr>
            <p:ph type="sldNum" sz="quarter" idx="12"/>
          </p:nvPr>
        </p:nvSpPr>
        <p:spPr bwMode="auto"/>
        <p:txBody>
          <a:bodyPr/>
          <a:lstStyle/>
          <a:p>
            <a:pPr>
              <a:defRPr/>
            </a:pPr>
            <a:fld id="{C5EF2332-01BF-834F-8236-50238282D533}"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31202628" name="Title 1"/>
          <p:cNvSpPr>
            <a:spLocks noGrp="1"/>
          </p:cNvSpPr>
          <p:nvPr>
            <p:ph type="title"/>
          </p:nvPr>
        </p:nvSpPr>
        <p:spPr bwMode="auto"/>
        <p:txBody>
          <a:bodyPr/>
          <a:lstStyle/>
          <a:p>
            <a:pPr>
              <a:defRPr/>
            </a:pPr>
            <a:r>
              <a:rPr lang="en-US"/>
              <a:t>Click to edit Master title style</a:t>
            </a:r>
            <a:endParaRPr/>
          </a:p>
        </p:txBody>
      </p:sp>
      <p:sp>
        <p:nvSpPr>
          <p:cNvPr id="1111833552"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100498466" name="Date Placeholder 3"/>
          <p:cNvSpPr>
            <a:spLocks noGrp="1"/>
          </p:cNvSpPr>
          <p:nvPr>
            <p:ph type="dt" sz="half" idx="10"/>
          </p:nvPr>
        </p:nvSpPr>
        <p:spPr bwMode="auto"/>
        <p:txBody>
          <a:bodyPr/>
          <a:lstStyle/>
          <a:p>
            <a:pPr>
              <a:defRPr/>
            </a:pPr>
            <a:fld id="{241EB5C9-1307-BA42-ABA2-0BC069CD8E7F}" type="datetimeFigureOut">
              <a:rPr lang="en-US"/>
              <a:t>1/2/22</a:t>
            </a:fld>
            <a:endParaRPr lang="en-US"/>
          </a:p>
        </p:txBody>
      </p:sp>
      <p:sp>
        <p:nvSpPr>
          <p:cNvPr id="934204472" name="Footer Placeholder 4"/>
          <p:cNvSpPr>
            <a:spLocks noGrp="1"/>
          </p:cNvSpPr>
          <p:nvPr>
            <p:ph type="ftr" sz="quarter" idx="11"/>
          </p:nvPr>
        </p:nvSpPr>
        <p:spPr bwMode="auto"/>
        <p:txBody>
          <a:bodyPr/>
          <a:lstStyle/>
          <a:p>
            <a:pPr>
              <a:defRPr/>
            </a:pPr>
            <a:endParaRPr lang="en-US"/>
          </a:p>
        </p:txBody>
      </p:sp>
      <p:sp>
        <p:nvSpPr>
          <p:cNvPr id="676751120" name="Slide Number Placeholder 5"/>
          <p:cNvSpPr>
            <a:spLocks noGrp="1"/>
          </p:cNvSpPr>
          <p:nvPr>
            <p:ph type="sldNum" sz="quarter" idx="12"/>
          </p:nvPr>
        </p:nvSpPr>
        <p:spPr bwMode="auto"/>
        <p:txBody>
          <a:bodyPr/>
          <a:lstStyle/>
          <a:p>
            <a:pPr>
              <a:defRPr/>
            </a:pPr>
            <a:fld id="{C5EF2332-01BF-834F-8236-50238282D533}"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147341546" name="Title 1"/>
          <p:cNvSpPr>
            <a:spLocks noGrp="1"/>
          </p:cNvSpPr>
          <p:nvPr>
            <p:ph type="title"/>
          </p:nvPr>
        </p:nvSpPr>
        <p:spPr bwMode="auto">
          <a:xfrm>
            <a:off x="722313" y="3305176"/>
            <a:ext cx="7772400" cy="1021556"/>
          </a:xfrm>
        </p:spPr>
        <p:txBody>
          <a:bodyPr anchor="t"/>
          <a:lstStyle>
            <a:lvl1pPr algn="l">
              <a:defRPr sz="3000" b="1" cap="all"/>
            </a:lvl1pPr>
          </a:lstStyle>
          <a:p>
            <a:pPr>
              <a:defRPr/>
            </a:pPr>
            <a:r>
              <a:rPr lang="en-US"/>
              <a:t>Click to edit Master title style</a:t>
            </a:r>
            <a:endParaRPr/>
          </a:p>
        </p:txBody>
      </p:sp>
      <p:sp>
        <p:nvSpPr>
          <p:cNvPr id="335755272" name="Text Placeholder 2"/>
          <p:cNvSpPr>
            <a:spLocks noGrp="1"/>
          </p:cNvSpPr>
          <p:nvPr>
            <p:ph type="body" idx="1"/>
          </p:nvPr>
        </p:nvSpPr>
        <p:spPr bwMode="auto">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defRPr/>
            </a:pPr>
            <a:r>
              <a:rPr lang="en-US"/>
              <a:t>Click to edit Master text styles</a:t>
            </a:r>
            <a:endParaRPr/>
          </a:p>
        </p:txBody>
      </p:sp>
      <p:sp>
        <p:nvSpPr>
          <p:cNvPr id="907967208" name="Date Placeholder 3"/>
          <p:cNvSpPr>
            <a:spLocks noGrp="1"/>
          </p:cNvSpPr>
          <p:nvPr>
            <p:ph type="dt" sz="half" idx="10"/>
          </p:nvPr>
        </p:nvSpPr>
        <p:spPr bwMode="auto"/>
        <p:txBody>
          <a:bodyPr/>
          <a:lstStyle/>
          <a:p>
            <a:pPr>
              <a:defRPr/>
            </a:pPr>
            <a:fld id="{241EB5C9-1307-BA42-ABA2-0BC069CD8E7F}" type="datetimeFigureOut">
              <a:rPr lang="en-US"/>
              <a:t>1/2/22</a:t>
            </a:fld>
            <a:endParaRPr lang="en-US"/>
          </a:p>
        </p:txBody>
      </p:sp>
      <p:sp>
        <p:nvSpPr>
          <p:cNvPr id="1417664095" name="Footer Placeholder 4"/>
          <p:cNvSpPr>
            <a:spLocks noGrp="1"/>
          </p:cNvSpPr>
          <p:nvPr>
            <p:ph type="ftr" sz="quarter" idx="11"/>
          </p:nvPr>
        </p:nvSpPr>
        <p:spPr bwMode="auto"/>
        <p:txBody>
          <a:bodyPr/>
          <a:lstStyle/>
          <a:p>
            <a:pPr>
              <a:defRPr/>
            </a:pPr>
            <a:endParaRPr lang="en-US"/>
          </a:p>
        </p:txBody>
      </p:sp>
      <p:sp>
        <p:nvSpPr>
          <p:cNvPr id="1088730229" name="Slide Number Placeholder 5"/>
          <p:cNvSpPr>
            <a:spLocks noGrp="1"/>
          </p:cNvSpPr>
          <p:nvPr>
            <p:ph type="sldNum" sz="quarter" idx="12"/>
          </p:nvPr>
        </p:nvSpPr>
        <p:spPr bwMode="auto"/>
        <p:txBody>
          <a:bodyPr/>
          <a:lstStyle/>
          <a:p>
            <a:pPr>
              <a:defRPr/>
            </a:pPr>
            <a:fld id="{C5EF2332-01BF-834F-8236-50238282D533}"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803955832" name="Title 1"/>
          <p:cNvSpPr>
            <a:spLocks noGrp="1"/>
          </p:cNvSpPr>
          <p:nvPr>
            <p:ph type="title"/>
          </p:nvPr>
        </p:nvSpPr>
        <p:spPr bwMode="auto"/>
        <p:txBody>
          <a:bodyPr/>
          <a:lstStyle/>
          <a:p>
            <a:pPr>
              <a:defRPr/>
            </a:pPr>
            <a:r>
              <a:rPr lang="en-US"/>
              <a:t>Click to edit Master title style</a:t>
            </a:r>
            <a:endParaRPr/>
          </a:p>
        </p:txBody>
      </p:sp>
      <p:sp>
        <p:nvSpPr>
          <p:cNvPr id="1144994523" name="Content Placeholder 2"/>
          <p:cNvSpPr>
            <a:spLocks noGrp="1"/>
          </p:cNvSpPr>
          <p:nvPr>
            <p:ph sz="half" idx="1"/>
          </p:nvPr>
        </p:nvSpPr>
        <p:spPr bwMode="auto">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96355347" name="Content Placeholder 3"/>
          <p:cNvSpPr>
            <a:spLocks noGrp="1"/>
          </p:cNvSpPr>
          <p:nvPr>
            <p:ph sz="half" idx="2"/>
          </p:nvPr>
        </p:nvSpPr>
        <p:spPr bwMode="auto">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02876750" name="Date Placeholder 4"/>
          <p:cNvSpPr>
            <a:spLocks noGrp="1"/>
          </p:cNvSpPr>
          <p:nvPr>
            <p:ph type="dt" sz="half" idx="10"/>
          </p:nvPr>
        </p:nvSpPr>
        <p:spPr bwMode="auto"/>
        <p:txBody>
          <a:bodyPr/>
          <a:lstStyle/>
          <a:p>
            <a:pPr>
              <a:defRPr/>
            </a:pPr>
            <a:fld id="{241EB5C9-1307-BA42-ABA2-0BC069CD8E7F}" type="datetimeFigureOut">
              <a:rPr lang="en-US"/>
              <a:t>1/2/22</a:t>
            </a:fld>
            <a:endParaRPr lang="en-US"/>
          </a:p>
        </p:txBody>
      </p:sp>
      <p:sp>
        <p:nvSpPr>
          <p:cNvPr id="2066017142" name="Footer Placeholder 5"/>
          <p:cNvSpPr>
            <a:spLocks noGrp="1"/>
          </p:cNvSpPr>
          <p:nvPr>
            <p:ph type="ftr" sz="quarter" idx="11"/>
          </p:nvPr>
        </p:nvSpPr>
        <p:spPr bwMode="auto"/>
        <p:txBody>
          <a:bodyPr/>
          <a:lstStyle/>
          <a:p>
            <a:pPr>
              <a:defRPr/>
            </a:pPr>
            <a:endParaRPr lang="en-US"/>
          </a:p>
        </p:txBody>
      </p:sp>
      <p:sp>
        <p:nvSpPr>
          <p:cNvPr id="1310463978" name="Slide Number Placeholder 6"/>
          <p:cNvSpPr>
            <a:spLocks noGrp="1"/>
          </p:cNvSpPr>
          <p:nvPr>
            <p:ph type="sldNum" sz="quarter" idx="12"/>
          </p:nvPr>
        </p:nvSpPr>
        <p:spPr bwMode="auto"/>
        <p:txBody>
          <a:bodyPr/>
          <a:lstStyle/>
          <a:p>
            <a:pPr>
              <a:defRPr/>
            </a:pPr>
            <a:fld id="{C5EF2332-01BF-834F-8236-50238282D533}"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891095377" name="Title 1"/>
          <p:cNvSpPr>
            <a:spLocks noGrp="1"/>
          </p:cNvSpPr>
          <p:nvPr>
            <p:ph type="title"/>
          </p:nvPr>
        </p:nvSpPr>
        <p:spPr bwMode="auto"/>
        <p:txBody>
          <a:bodyPr/>
          <a:lstStyle>
            <a:lvl1pPr>
              <a:defRPr/>
            </a:lvl1pPr>
          </a:lstStyle>
          <a:p>
            <a:pPr>
              <a:defRPr/>
            </a:pPr>
            <a:r>
              <a:rPr lang="en-US"/>
              <a:t>Click to edit Master title style</a:t>
            </a:r>
            <a:endParaRPr/>
          </a:p>
        </p:txBody>
      </p:sp>
      <p:sp>
        <p:nvSpPr>
          <p:cNvPr id="1111809797" name="Text Placeholder 2"/>
          <p:cNvSpPr>
            <a:spLocks noGrp="1"/>
          </p:cNvSpPr>
          <p:nvPr>
            <p:ph type="body" idx="1"/>
          </p:nvPr>
        </p:nvSpPr>
        <p:spPr bwMode="auto">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a:pPr>
            <a:r>
              <a:rPr lang="en-US"/>
              <a:t>Click to edit Master text styles</a:t>
            </a:r>
            <a:endParaRPr/>
          </a:p>
        </p:txBody>
      </p:sp>
      <p:sp>
        <p:nvSpPr>
          <p:cNvPr id="530682744" name="Content Placeholder 3"/>
          <p:cNvSpPr>
            <a:spLocks noGrp="1"/>
          </p:cNvSpPr>
          <p:nvPr>
            <p:ph sz="half" idx="2"/>
          </p:nvPr>
        </p:nvSpPr>
        <p:spPr bwMode="auto">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27666754" name="Text Placeholder 4"/>
          <p:cNvSpPr>
            <a:spLocks noGrp="1"/>
          </p:cNvSpPr>
          <p:nvPr>
            <p:ph type="body" sz="quarter" idx="3"/>
          </p:nvPr>
        </p:nvSpPr>
        <p:spPr bwMode="auto">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a:pPr>
            <a:r>
              <a:rPr lang="en-US"/>
              <a:t>Click to edit Master text styles</a:t>
            </a:r>
            <a:endParaRPr/>
          </a:p>
        </p:txBody>
      </p:sp>
      <p:sp>
        <p:nvSpPr>
          <p:cNvPr id="343470292" name="Content Placeholder 5"/>
          <p:cNvSpPr>
            <a:spLocks noGrp="1"/>
          </p:cNvSpPr>
          <p:nvPr>
            <p:ph sz="quarter" idx="4"/>
          </p:nvPr>
        </p:nvSpPr>
        <p:spPr bwMode="auto">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74132485" name="Date Placeholder 6"/>
          <p:cNvSpPr>
            <a:spLocks noGrp="1"/>
          </p:cNvSpPr>
          <p:nvPr>
            <p:ph type="dt" sz="half" idx="10"/>
          </p:nvPr>
        </p:nvSpPr>
        <p:spPr bwMode="auto"/>
        <p:txBody>
          <a:bodyPr/>
          <a:lstStyle/>
          <a:p>
            <a:pPr>
              <a:defRPr/>
            </a:pPr>
            <a:fld id="{241EB5C9-1307-BA42-ABA2-0BC069CD8E7F}" type="datetimeFigureOut">
              <a:rPr lang="en-US"/>
              <a:t>1/2/22</a:t>
            </a:fld>
            <a:endParaRPr lang="en-US"/>
          </a:p>
        </p:txBody>
      </p:sp>
      <p:sp>
        <p:nvSpPr>
          <p:cNvPr id="2087490325" name="Footer Placeholder 7"/>
          <p:cNvSpPr>
            <a:spLocks noGrp="1"/>
          </p:cNvSpPr>
          <p:nvPr>
            <p:ph type="ftr" sz="quarter" idx="11"/>
          </p:nvPr>
        </p:nvSpPr>
        <p:spPr bwMode="auto"/>
        <p:txBody>
          <a:bodyPr/>
          <a:lstStyle/>
          <a:p>
            <a:pPr>
              <a:defRPr/>
            </a:pPr>
            <a:endParaRPr lang="en-US"/>
          </a:p>
        </p:txBody>
      </p:sp>
      <p:sp>
        <p:nvSpPr>
          <p:cNvPr id="1164262363" name="Slide Number Placeholder 8"/>
          <p:cNvSpPr>
            <a:spLocks noGrp="1"/>
          </p:cNvSpPr>
          <p:nvPr>
            <p:ph type="sldNum" sz="quarter" idx="12"/>
          </p:nvPr>
        </p:nvSpPr>
        <p:spPr bwMode="auto"/>
        <p:txBody>
          <a:bodyPr/>
          <a:lstStyle/>
          <a:p>
            <a:pPr>
              <a:defRPr/>
            </a:pPr>
            <a:fld id="{C5EF2332-01BF-834F-8236-50238282D533}"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46574379" name="Title 1"/>
          <p:cNvSpPr>
            <a:spLocks noGrp="1"/>
          </p:cNvSpPr>
          <p:nvPr>
            <p:ph type="title"/>
          </p:nvPr>
        </p:nvSpPr>
        <p:spPr bwMode="auto"/>
        <p:txBody>
          <a:bodyPr/>
          <a:lstStyle/>
          <a:p>
            <a:pPr>
              <a:defRPr/>
            </a:pPr>
            <a:r>
              <a:rPr lang="en-US"/>
              <a:t>Click to edit Master title style</a:t>
            </a:r>
            <a:endParaRPr/>
          </a:p>
        </p:txBody>
      </p:sp>
      <p:sp>
        <p:nvSpPr>
          <p:cNvPr id="800866630" name="Date Placeholder 2"/>
          <p:cNvSpPr>
            <a:spLocks noGrp="1"/>
          </p:cNvSpPr>
          <p:nvPr>
            <p:ph type="dt" sz="half" idx="10"/>
          </p:nvPr>
        </p:nvSpPr>
        <p:spPr bwMode="auto"/>
        <p:txBody>
          <a:bodyPr/>
          <a:lstStyle/>
          <a:p>
            <a:pPr>
              <a:defRPr/>
            </a:pPr>
            <a:fld id="{241EB5C9-1307-BA42-ABA2-0BC069CD8E7F}" type="datetimeFigureOut">
              <a:rPr lang="en-US"/>
              <a:t>1/2/22</a:t>
            </a:fld>
            <a:endParaRPr lang="en-US"/>
          </a:p>
        </p:txBody>
      </p:sp>
      <p:sp>
        <p:nvSpPr>
          <p:cNvPr id="427906333" name="Footer Placeholder 3"/>
          <p:cNvSpPr>
            <a:spLocks noGrp="1"/>
          </p:cNvSpPr>
          <p:nvPr>
            <p:ph type="ftr" sz="quarter" idx="11"/>
          </p:nvPr>
        </p:nvSpPr>
        <p:spPr bwMode="auto"/>
        <p:txBody>
          <a:bodyPr/>
          <a:lstStyle/>
          <a:p>
            <a:pPr>
              <a:defRPr/>
            </a:pPr>
            <a:endParaRPr lang="en-US"/>
          </a:p>
        </p:txBody>
      </p:sp>
      <p:sp>
        <p:nvSpPr>
          <p:cNvPr id="1278310060" name="Slide Number Placeholder 4"/>
          <p:cNvSpPr>
            <a:spLocks noGrp="1"/>
          </p:cNvSpPr>
          <p:nvPr>
            <p:ph type="sldNum" sz="quarter" idx="12"/>
          </p:nvPr>
        </p:nvSpPr>
        <p:spPr bwMode="auto"/>
        <p:txBody>
          <a:bodyPr/>
          <a:lstStyle/>
          <a:p>
            <a:pPr>
              <a:defRPr/>
            </a:pPr>
            <a:fld id="{C5EF2332-01BF-834F-8236-50238282D533}"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926586182" name="Date Placeholder 1"/>
          <p:cNvSpPr>
            <a:spLocks noGrp="1"/>
          </p:cNvSpPr>
          <p:nvPr>
            <p:ph type="dt" sz="half" idx="10"/>
          </p:nvPr>
        </p:nvSpPr>
        <p:spPr bwMode="auto"/>
        <p:txBody>
          <a:bodyPr/>
          <a:lstStyle/>
          <a:p>
            <a:pPr>
              <a:defRPr/>
            </a:pPr>
            <a:fld id="{241EB5C9-1307-BA42-ABA2-0BC069CD8E7F}" type="datetimeFigureOut">
              <a:rPr lang="en-US"/>
              <a:t>1/2/22</a:t>
            </a:fld>
            <a:endParaRPr lang="en-US"/>
          </a:p>
        </p:txBody>
      </p:sp>
      <p:sp>
        <p:nvSpPr>
          <p:cNvPr id="393400890" name="Footer Placeholder 2"/>
          <p:cNvSpPr>
            <a:spLocks noGrp="1"/>
          </p:cNvSpPr>
          <p:nvPr>
            <p:ph type="ftr" sz="quarter" idx="11"/>
          </p:nvPr>
        </p:nvSpPr>
        <p:spPr bwMode="auto"/>
        <p:txBody>
          <a:bodyPr/>
          <a:lstStyle/>
          <a:p>
            <a:pPr>
              <a:defRPr/>
            </a:pPr>
            <a:endParaRPr lang="en-US"/>
          </a:p>
        </p:txBody>
      </p:sp>
      <p:sp>
        <p:nvSpPr>
          <p:cNvPr id="1723753452" name="Slide Number Placeholder 3"/>
          <p:cNvSpPr>
            <a:spLocks noGrp="1"/>
          </p:cNvSpPr>
          <p:nvPr>
            <p:ph type="sldNum" sz="quarter" idx="12"/>
          </p:nvPr>
        </p:nvSpPr>
        <p:spPr bwMode="auto"/>
        <p:txBody>
          <a:bodyPr/>
          <a:lstStyle/>
          <a:p>
            <a:pPr>
              <a:defRPr/>
            </a:pPr>
            <a:fld id="{C5EF2332-01BF-834F-8236-50238282D533}"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116926559" name="Title 1"/>
          <p:cNvSpPr>
            <a:spLocks noGrp="1"/>
          </p:cNvSpPr>
          <p:nvPr>
            <p:ph type="title"/>
          </p:nvPr>
        </p:nvSpPr>
        <p:spPr bwMode="auto">
          <a:xfrm>
            <a:off x="457201" y="204787"/>
            <a:ext cx="3008313" cy="871538"/>
          </a:xfrm>
        </p:spPr>
        <p:txBody>
          <a:bodyPr anchor="b"/>
          <a:lstStyle>
            <a:lvl1pPr algn="l">
              <a:defRPr sz="1500" b="1"/>
            </a:lvl1pPr>
          </a:lstStyle>
          <a:p>
            <a:pPr>
              <a:defRPr/>
            </a:pPr>
            <a:r>
              <a:rPr lang="en-US"/>
              <a:t>Click to edit Master title style</a:t>
            </a:r>
            <a:endParaRPr/>
          </a:p>
        </p:txBody>
      </p:sp>
      <p:sp>
        <p:nvSpPr>
          <p:cNvPr id="2042010383" name="Content Placeholder 2"/>
          <p:cNvSpPr>
            <a:spLocks noGrp="1"/>
          </p:cNvSpPr>
          <p:nvPr>
            <p:ph idx="1"/>
          </p:nvPr>
        </p:nvSpPr>
        <p:spPr bwMode="auto">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144414345" name="Text Placeholder 3"/>
          <p:cNvSpPr>
            <a:spLocks noGrp="1"/>
          </p:cNvSpPr>
          <p:nvPr>
            <p:ph type="body" sz="half" idx="2"/>
          </p:nvPr>
        </p:nvSpPr>
        <p:spPr bwMode="auto">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defRPr/>
            </a:pPr>
            <a:r>
              <a:rPr lang="en-US"/>
              <a:t>Click to edit Master text styles</a:t>
            </a:r>
            <a:endParaRPr/>
          </a:p>
        </p:txBody>
      </p:sp>
      <p:sp>
        <p:nvSpPr>
          <p:cNvPr id="200293641" name="Date Placeholder 4"/>
          <p:cNvSpPr>
            <a:spLocks noGrp="1"/>
          </p:cNvSpPr>
          <p:nvPr>
            <p:ph type="dt" sz="half" idx="10"/>
          </p:nvPr>
        </p:nvSpPr>
        <p:spPr bwMode="auto"/>
        <p:txBody>
          <a:bodyPr/>
          <a:lstStyle/>
          <a:p>
            <a:pPr>
              <a:defRPr/>
            </a:pPr>
            <a:fld id="{241EB5C9-1307-BA42-ABA2-0BC069CD8E7F}" type="datetimeFigureOut">
              <a:rPr lang="en-US"/>
              <a:t>1/2/22</a:t>
            </a:fld>
            <a:endParaRPr lang="en-US"/>
          </a:p>
        </p:txBody>
      </p:sp>
      <p:sp>
        <p:nvSpPr>
          <p:cNvPr id="1171583195" name="Footer Placeholder 5"/>
          <p:cNvSpPr>
            <a:spLocks noGrp="1"/>
          </p:cNvSpPr>
          <p:nvPr>
            <p:ph type="ftr" sz="quarter" idx="11"/>
          </p:nvPr>
        </p:nvSpPr>
        <p:spPr bwMode="auto"/>
        <p:txBody>
          <a:bodyPr/>
          <a:lstStyle/>
          <a:p>
            <a:pPr>
              <a:defRPr/>
            </a:pPr>
            <a:endParaRPr lang="en-US"/>
          </a:p>
        </p:txBody>
      </p:sp>
      <p:sp>
        <p:nvSpPr>
          <p:cNvPr id="1281947162" name="Slide Number Placeholder 6"/>
          <p:cNvSpPr>
            <a:spLocks noGrp="1"/>
          </p:cNvSpPr>
          <p:nvPr>
            <p:ph type="sldNum" sz="quarter" idx="12"/>
          </p:nvPr>
        </p:nvSpPr>
        <p:spPr bwMode="auto"/>
        <p:txBody>
          <a:bodyPr/>
          <a:lstStyle/>
          <a:p>
            <a:pPr>
              <a:defRPr/>
            </a:pPr>
            <a:fld id="{C5EF2332-01BF-834F-8236-50238282D533}"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841661854" name="Title 1"/>
          <p:cNvSpPr>
            <a:spLocks noGrp="1"/>
          </p:cNvSpPr>
          <p:nvPr>
            <p:ph type="title"/>
          </p:nvPr>
        </p:nvSpPr>
        <p:spPr bwMode="auto">
          <a:xfrm>
            <a:off x="1792288" y="3600450"/>
            <a:ext cx="5486400" cy="425054"/>
          </a:xfrm>
        </p:spPr>
        <p:txBody>
          <a:bodyPr anchor="b"/>
          <a:lstStyle>
            <a:lvl1pPr algn="l">
              <a:defRPr sz="1500" b="1"/>
            </a:lvl1pPr>
          </a:lstStyle>
          <a:p>
            <a:pPr>
              <a:defRPr/>
            </a:pPr>
            <a:r>
              <a:rPr lang="en-US"/>
              <a:t>Click to edit Master title style</a:t>
            </a:r>
            <a:endParaRPr/>
          </a:p>
        </p:txBody>
      </p:sp>
      <p:sp>
        <p:nvSpPr>
          <p:cNvPr id="108354229" name="Picture Placeholder 2"/>
          <p:cNvSpPr>
            <a:spLocks noGrp="1"/>
          </p:cNvSpPr>
          <p:nvPr>
            <p:ph type="pic" idx="1"/>
          </p:nvPr>
        </p:nvSpPr>
        <p:spPr bwMode="auto">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a:defRPr/>
            </a:pPr>
            <a:endParaRPr lang="en-US"/>
          </a:p>
        </p:txBody>
      </p:sp>
      <p:sp>
        <p:nvSpPr>
          <p:cNvPr id="754746594" name="Text Placeholder 3"/>
          <p:cNvSpPr>
            <a:spLocks noGrp="1"/>
          </p:cNvSpPr>
          <p:nvPr>
            <p:ph type="body" sz="half" idx="2"/>
          </p:nvPr>
        </p:nvSpPr>
        <p:spPr bwMode="auto">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defRPr/>
            </a:pPr>
            <a:r>
              <a:rPr lang="en-US"/>
              <a:t>Click to edit Master text styles</a:t>
            </a:r>
            <a:endParaRPr/>
          </a:p>
        </p:txBody>
      </p:sp>
      <p:sp>
        <p:nvSpPr>
          <p:cNvPr id="1296666586" name="Date Placeholder 4"/>
          <p:cNvSpPr>
            <a:spLocks noGrp="1"/>
          </p:cNvSpPr>
          <p:nvPr>
            <p:ph type="dt" sz="half" idx="10"/>
          </p:nvPr>
        </p:nvSpPr>
        <p:spPr bwMode="auto"/>
        <p:txBody>
          <a:bodyPr/>
          <a:lstStyle/>
          <a:p>
            <a:pPr>
              <a:defRPr/>
            </a:pPr>
            <a:fld id="{241EB5C9-1307-BA42-ABA2-0BC069CD8E7F}" type="datetimeFigureOut">
              <a:rPr lang="en-US"/>
              <a:t>1/2/22</a:t>
            </a:fld>
            <a:endParaRPr lang="en-US"/>
          </a:p>
        </p:txBody>
      </p:sp>
      <p:sp>
        <p:nvSpPr>
          <p:cNvPr id="1880397137" name="Footer Placeholder 5"/>
          <p:cNvSpPr>
            <a:spLocks noGrp="1"/>
          </p:cNvSpPr>
          <p:nvPr>
            <p:ph type="ftr" sz="quarter" idx="11"/>
          </p:nvPr>
        </p:nvSpPr>
        <p:spPr bwMode="auto"/>
        <p:txBody>
          <a:bodyPr/>
          <a:lstStyle/>
          <a:p>
            <a:pPr>
              <a:defRPr/>
            </a:pPr>
            <a:endParaRPr lang="en-US"/>
          </a:p>
        </p:txBody>
      </p:sp>
      <p:sp>
        <p:nvSpPr>
          <p:cNvPr id="448062615" name="Slide Number Placeholder 6"/>
          <p:cNvSpPr>
            <a:spLocks noGrp="1"/>
          </p:cNvSpPr>
          <p:nvPr>
            <p:ph type="sldNum" sz="quarter" idx="12"/>
          </p:nvPr>
        </p:nvSpPr>
        <p:spPr bwMode="auto"/>
        <p:txBody>
          <a:bodyPr/>
          <a:lstStyle/>
          <a:p>
            <a:pPr>
              <a:defRPr/>
            </a:pPr>
            <a:fld id="{C5EF2332-01BF-834F-8236-50238282D533}"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835572954" name="Title 1"/>
          <p:cNvSpPr>
            <a:spLocks noGrp="1"/>
          </p:cNvSpPr>
          <p:nvPr>
            <p:ph type="title"/>
          </p:nvPr>
        </p:nvSpPr>
        <p:spPr bwMode="auto"/>
        <p:txBody>
          <a:bodyPr/>
          <a:lstStyle/>
          <a:p>
            <a:pPr>
              <a:defRPr/>
            </a:pPr>
            <a:r>
              <a:rPr lang="en-US"/>
              <a:t>Click to edit Master title style</a:t>
            </a:r>
            <a:endParaRPr/>
          </a:p>
        </p:txBody>
      </p:sp>
      <p:sp>
        <p:nvSpPr>
          <p:cNvPr id="1647706832"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04467243" name="Date Placeholder 3"/>
          <p:cNvSpPr>
            <a:spLocks noGrp="1"/>
          </p:cNvSpPr>
          <p:nvPr>
            <p:ph type="dt" sz="half" idx="10"/>
          </p:nvPr>
        </p:nvSpPr>
        <p:spPr bwMode="auto"/>
        <p:txBody>
          <a:bodyPr/>
          <a:lstStyle/>
          <a:p>
            <a:pPr>
              <a:defRPr/>
            </a:pPr>
            <a:fld id="{241EB5C9-1307-BA42-ABA2-0BC069CD8E7F}" type="datetimeFigureOut">
              <a:rPr lang="en-US"/>
              <a:t>1/2/22</a:t>
            </a:fld>
            <a:endParaRPr lang="en-US"/>
          </a:p>
        </p:txBody>
      </p:sp>
      <p:sp>
        <p:nvSpPr>
          <p:cNvPr id="1664220180" name="Footer Placeholder 4"/>
          <p:cNvSpPr>
            <a:spLocks noGrp="1"/>
          </p:cNvSpPr>
          <p:nvPr>
            <p:ph type="ftr" sz="quarter" idx="11"/>
          </p:nvPr>
        </p:nvSpPr>
        <p:spPr bwMode="auto"/>
        <p:txBody>
          <a:bodyPr/>
          <a:lstStyle/>
          <a:p>
            <a:pPr>
              <a:defRPr/>
            </a:pPr>
            <a:endParaRPr lang="en-US"/>
          </a:p>
        </p:txBody>
      </p:sp>
      <p:sp>
        <p:nvSpPr>
          <p:cNvPr id="1085450109" name="Slide Number Placeholder 5"/>
          <p:cNvSpPr>
            <a:spLocks noGrp="1"/>
          </p:cNvSpPr>
          <p:nvPr>
            <p:ph type="sldNum" sz="quarter" idx="12"/>
          </p:nvPr>
        </p:nvSpPr>
        <p:spPr bwMode="auto"/>
        <p:txBody>
          <a:bodyPr/>
          <a:lstStyle/>
          <a:p>
            <a:pPr>
              <a:defRPr/>
            </a:pPr>
            <a:fld id="{C5EF2332-01BF-834F-8236-50238282D533}"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068055085" name="Vertical Title 1"/>
          <p:cNvSpPr>
            <a:spLocks noGrp="1"/>
          </p:cNvSpPr>
          <p:nvPr>
            <p:ph type="title" orient="vert"/>
          </p:nvPr>
        </p:nvSpPr>
        <p:spPr bwMode="auto">
          <a:xfrm>
            <a:off x="6629400" y="205979"/>
            <a:ext cx="2057400" cy="4388644"/>
          </a:xfrm>
        </p:spPr>
        <p:txBody>
          <a:bodyPr vert="eaVert"/>
          <a:lstStyle/>
          <a:p>
            <a:pPr>
              <a:defRPr/>
            </a:pPr>
            <a:r>
              <a:rPr lang="en-US"/>
              <a:t>Click to edit Master title style</a:t>
            </a:r>
            <a:endParaRPr/>
          </a:p>
        </p:txBody>
      </p:sp>
      <p:sp>
        <p:nvSpPr>
          <p:cNvPr id="1008295969" name="Vertical Text Placeholder 2"/>
          <p:cNvSpPr>
            <a:spLocks noGrp="1"/>
          </p:cNvSpPr>
          <p:nvPr>
            <p:ph type="body" orient="vert" idx="1"/>
          </p:nvPr>
        </p:nvSpPr>
        <p:spPr bwMode="auto">
          <a:xfrm>
            <a:off x="457200" y="205979"/>
            <a:ext cx="6019800" cy="4388644"/>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60452486" name="Date Placeholder 3"/>
          <p:cNvSpPr>
            <a:spLocks noGrp="1"/>
          </p:cNvSpPr>
          <p:nvPr>
            <p:ph type="dt" sz="half" idx="10"/>
          </p:nvPr>
        </p:nvSpPr>
        <p:spPr bwMode="auto"/>
        <p:txBody>
          <a:bodyPr/>
          <a:lstStyle/>
          <a:p>
            <a:pPr>
              <a:defRPr/>
            </a:pPr>
            <a:fld id="{241EB5C9-1307-BA42-ABA2-0BC069CD8E7F}" type="datetimeFigureOut">
              <a:rPr lang="en-US"/>
              <a:t>1/2/22</a:t>
            </a:fld>
            <a:endParaRPr lang="en-US"/>
          </a:p>
        </p:txBody>
      </p:sp>
      <p:sp>
        <p:nvSpPr>
          <p:cNvPr id="1861461423" name="Footer Placeholder 4"/>
          <p:cNvSpPr>
            <a:spLocks noGrp="1"/>
          </p:cNvSpPr>
          <p:nvPr>
            <p:ph type="ftr" sz="quarter" idx="11"/>
          </p:nvPr>
        </p:nvSpPr>
        <p:spPr bwMode="auto"/>
        <p:txBody>
          <a:bodyPr/>
          <a:lstStyle/>
          <a:p>
            <a:pPr>
              <a:defRPr/>
            </a:pPr>
            <a:endParaRPr lang="en-US"/>
          </a:p>
        </p:txBody>
      </p:sp>
      <p:sp>
        <p:nvSpPr>
          <p:cNvPr id="1371037403" name="Slide Number Placeholder 5"/>
          <p:cNvSpPr>
            <a:spLocks noGrp="1"/>
          </p:cNvSpPr>
          <p:nvPr>
            <p:ph type="sldNum" sz="quarter" idx="12"/>
          </p:nvPr>
        </p:nvSpPr>
        <p:spPr bwMode="auto"/>
        <p:txBody>
          <a:bodyPr/>
          <a:lstStyle/>
          <a:p>
            <a:pPr>
              <a:defRPr/>
            </a:pPr>
            <a:fld id="{C5EF2332-01BF-834F-8236-50238282D533}"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955854543" name="Title Placeholder 1"/>
          <p:cNvSpPr>
            <a:spLocks noGrp="1"/>
          </p:cNvSpPr>
          <p:nvPr>
            <p:ph type="title"/>
          </p:nvPr>
        </p:nvSpPr>
        <p:spPr bwMode="auto">
          <a:xfrm>
            <a:off x="457200" y="205979"/>
            <a:ext cx="8229600" cy="857250"/>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929898933" name="Text Placeholder 2"/>
          <p:cNvSpPr>
            <a:spLocks noGrp="1"/>
          </p:cNvSpPr>
          <p:nvPr>
            <p:ph type="body" idx="1"/>
          </p:nvPr>
        </p:nvSpPr>
        <p:spPr bwMode="auto">
          <a:xfrm>
            <a:off x="457200" y="1200151"/>
            <a:ext cx="8229600" cy="3394472"/>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75553999" name="Date Placeholder 3"/>
          <p:cNvSpPr>
            <a:spLocks noGrp="1"/>
          </p:cNvSpPr>
          <p:nvPr>
            <p:ph type="dt" sz="half" idx="2"/>
          </p:nvPr>
        </p:nvSpPr>
        <p:spPr bwMode="auto">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241EB5C9-1307-BA42-ABA2-0BC069CD8E7F}" type="datetimeFigureOut">
              <a:rPr lang="en-US"/>
              <a:t>1/2/22</a:t>
            </a:fld>
            <a:endParaRPr lang="en-US"/>
          </a:p>
        </p:txBody>
      </p:sp>
      <p:sp>
        <p:nvSpPr>
          <p:cNvPr id="1260477967" name="Footer Placeholder 4"/>
          <p:cNvSpPr>
            <a:spLocks noGrp="1"/>
          </p:cNvSpPr>
          <p:nvPr>
            <p:ph type="ftr" sz="quarter" idx="3"/>
          </p:nvPr>
        </p:nvSpPr>
        <p:spPr bwMode="auto">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1085976215" name="Slide Number Placeholder 5"/>
          <p:cNvSpPr>
            <a:spLocks noGrp="1"/>
          </p:cNvSpPr>
          <p:nvPr>
            <p:ph type="sldNum" sz="quarter" idx="4"/>
          </p:nvPr>
        </p:nvSpPr>
        <p:spPr bwMode="auto">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C5EF2332-01BF-834F-8236-50238282D533}"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a:spcBef>
          <a:spcPts val="0"/>
        </a:spcBef>
        <a:buNone/>
        <a:defRPr sz="3300">
          <a:solidFill>
            <a:schemeClr val="tx1"/>
          </a:solidFill>
          <a:latin typeface="+mj-lt"/>
          <a:ea typeface="+mj-ea"/>
          <a:cs typeface="+mj-cs"/>
        </a:defRPr>
      </a:lvl1pPr>
    </p:titleStyle>
    <p:bodyStyle>
      <a:lvl1pPr marL="342900" indent="-342900" algn="l" defTabSz="342900" rtl="0">
        <a:spcBef>
          <a:spcPts val="0"/>
        </a:spcBef>
        <a:buFont typeface="Arial"/>
        <a:buChar char="•"/>
        <a:defRPr sz="2400">
          <a:solidFill>
            <a:schemeClr val="tx1"/>
          </a:solidFill>
          <a:latin typeface="+mn-lt"/>
          <a:ea typeface="+mn-ea"/>
          <a:cs typeface="+mn-cs"/>
        </a:defRPr>
      </a:lvl1pPr>
      <a:lvl2pPr marL="685800" indent="-342900" algn="l" defTabSz="342900" rtl="0">
        <a:spcBef>
          <a:spcPts val="0"/>
        </a:spcBef>
        <a:buFont typeface="Arial"/>
        <a:buChar char="–"/>
        <a:defRPr sz="2100">
          <a:solidFill>
            <a:schemeClr val="tx1"/>
          </a:solidFill>
          <a:latin typeface="+mn-lt"/>
          <a:ea typeface="+mn-ea"/>
          <a:cs typeface="+mn-cs"/>
        </a:defRPr>
      </a:lvl2pPr>
      <a:lvl3pPr marL="1028700" indent="-342900" algn="l" defTabSz="342900" rtl="0">
        <a:spcBef>
          <a:spcPts val="0"/>
        </a:spcBef>
        <a:buFont typeface="Arial"/>
        <a:buChar char="•"/>
        <a:defRPr sz="1800">
          <a:solidFill>
            <a:schemeClr val="tx1"/>
          </a:solidFill>
          <a:latin typeface="+mn-lt"/>
          <a:ea typeface="+mn-ea"/>
          <a:cs typeface="+mn-cs"/>
        </a:defRPr>
      </a:lvl3pPr>
      <a:lvl4pPr marL="1371600" indent="-342900" algn="l" defTabSz="342900" rtl="0">
        <a:spcBef>
          <a:spcPts val="0"/>
        </a:spcBef>
        <a:buFont typeface="Arial"/>
        <a:buChar char="–"/>
        <a:defRPr sz="1500">
          <a:solidFill>
            <a:schemeClr val="tx1"/>
          </a:solidFill>
          <a:latin typeface="+mn-lt"/>
          <a:ea typeface="+mn-ea"/>
          <a:cs typeface="+mn-cs"/>
        </a:defRPr>
      </a:lvl4pPr>
      <a:lvl5pPr marL="1714500" indent="-342900" algn="l" defTabSz="342900" rtl="0">
        <a:spcBef>
          <a:spcPts val="0"/>
        </a:spcBef>
        <a:buFont typeface="Arial"/>
        <a:buChar char="»"/>
        <a:defRPr sz="1500">
          <a:solidFill>
            <a:schemeClr val="tx1"/>
          </a:solidFill>
          <a:latin typeface="+mn-lt"/>
          <a:ea typeface="+mn-ea"/>
          <a:cs typeface="+mn-cs"/>
        </a:defRPr>
      </a:lvl5pPr>
      <a:lvl6pPr marL="2057400" indent="-342900" algn="l" defTabSz="342900" rtl="0">
        <a:spcBef>
          <a:spcPts val="0"/>
        </a:spcBef>
        <a:buFont typeface="Arial"/>
        <a:buChar char="•"/>
        <a:defRPr sz="1500">
          <a:solidFill>
            <a:schemeClr val="tx1"/>
          </a:solidFill>
          <a:latin typeface="+mn-lt"/>
          <a:ea typeface="+mn-ea"/>
          <a:cs typeface="+mn-cs"/>
        </a:defRPr>
      </a:lvl6pPr>
      <a:lvl7pPr marL="2400300" indent="-342900" algn="l" defTabSz="342900" rtl="0">
        <a:spcBef>
          <a:spcPts val="0"/>
        </a:spcBef>
        <a:buFont typeface="Arial"/>
        <a:buChar char="•"/>
        <a:defRPr sz="1500">
          <a:solidFill>
            <a:schemeClr val="tx1"/>
          </a:solidFill>
          <a:latin typeface="+mn-lt"/>
          <a:ea typeface="+mn-ea"/>
          <a:cs typeface="+mn-cs"/>
        </a:defRPr>
      </a:lvl7pPr>
      <a:lvl8pPr marL="2743200" indent="-342900" algn="l" defTabSz="342900" rtl="0">
        <a:spcBef>
          <a:spcPts val="0"/>
        </a:spcBef>
        <a:buFont typeface="Arial"/>
        <a:buChar char="•"/>
        <a:defRPr sz="1500">
          <a:solidFill>
            <a:schemeClr val="tx1"/>
          </a:solidFill>
          <a:latin typeface="+mn-lt"/>
          <a:ea typeface="+mn-ea"/>
          <a:cs typeface="+mn-cs"/>
        </a:defRPr>
      </a:lvl8pPr>
      <a:lvl9pPr marL="3086100" indent="-342900" algn="l" defTabSz="342900" rtl="0">
        <a:spcBef>
          <a:spcPts val="0"/>
        </a:spcBef>
        <a:buFont typeface="Arial"/>
        <a:buChar char="•"/>
        <a:defRPr sz="1500">
          <a:solidFill>
            <a:schemeClr val="tx1"/>
          </a:solidFill>
          <a:latin typeface="+mn-lt"/>
          <a:ea typeface="+mn-ea"/>
          <a:cs typeface="+mn-cs"/>
        </a:defRPr>
      </a:lvl9pPr>
    </p:bodyStyle>
    <p:otherStyle>
      <a:defPPr>
        <a:defRPr lang="en-US"/>
      </a:defPPr>
      <a:lvl1pPr marL="0" algn="l" defTabSz="342900" rtl="0">
        <a:defRPr sz="1350">
          <a:solidFill>
            <a:schemeClr val="tx1"/>
          </a:solidFill>
          <a:latin typeface="+mn-lt"/>
          <a:ea typeface="+mn-ea"/>
          <a:cs typeface="+mn-cs"/>
        </a:defRPr>
      </a:lvl1pPr>
      <a:lvl2pPr marL="342900" algn="l" defTabSz="342900" rtl="0">
        <a:defRPr sz="1350">
          <a:solidFill>
            <a:schemeClr val="tx1"/>
          </a:solidFill>
          <a:latin typeface="+mn-lt"/>
          <a:ea typeface="+mn-ea"/>
          <a:cs typeface="+mn-cs"/>
        </a:defRPr>
      </a:lvl2pPr>
      <a:lvl3pPr marL="685800" algn="l" defTabSz="342900" rtl="0">
        <a:defRPr sz="1350">
          <a:solidFill>
            <a:schemeClr val="tx1"/>
          </a:solidFill>
          <a:latin typeface="+mn-lt"/>
          <a:ea typeface="+mn-ea"/>
          <a:cs typeface="+mn-cs"/>
        </a:defRPr>
      </a:lvl3pPr>
      <a:lvl4pPr marL="1028700" algn="l" defTabSz="342900" rtl="0">
        <a:defRPr sz="1350">
          <a:solidFill>
            <a:schemeClr val="tx1"/>
          </a:solidFill>
          <a:latin typeface="+mn-lt"/>
          <a:ea typeface="+mn-ea"/>
          <a:cs typeface="+mn-cs"/>
        </a:defRPr>
      </a:lvl4pPr>
      <a:lvl5pPr marL="1371600" algn="l" defTabSz="342900" rtl="0">
        <a:defRPr sz="1350">
          <a:solidFill>
            <a:schemeClr val="tx1"/>
          </a:solidFill>
          <a:latin typeface="+mn-lt"/>
          <a:ea typeface="+mn-ea"/>
          <a:cs typeface="+mn-cs"/>
        </a:defRPr>
      </a:lvl5pPr>
      <a:lvl6pPr marL="1714500" algn="l" defTabSz="342900" rtl="0">
        <a:defRPr sz="1350">
          <a:solidFill>
            <a:schemeClr val="tx1"/>
          </a:solidFill>
          <a:latin typeface="+mn-lt"/>
          <a:ea typeface="+mn-ea"/>
          <a:cs typeface="+mn-cs"/>
        </a:defRPr>
      </a:lvl6pPr>
      <a:lvl7pPr marL="2057400" algn="l" defTabSz="342900" rtl="0">
        <a:defRPr sz="1350">
          <a:solidFill>
            <a:schemeClr val="tx1"/>
          </a:solidFill>
          <a:latin typeface="+mn-lt"/>
          <a:ea typeface="+mn-ea"/>
          <a:cs typeface="+mn-cs"/>
        </a:defRPr>
      </a:lvl7pPr>
      <a:lvl8pPr marL="2400300" algn="l" defTabSz="342900" rtl="0">
        <a:defRPr sz="1350">
          <a:solidFill>
            <a:schemeClr val="tx1"/>
          </a:solidFill>
          <a:latin typeface="+mn-lt"/>
          <a:ea typeface="+mn-ea"/>
          <a:cs typeface="+mn-cs"/>
        </a:defRPr>
      </a:lvl8pPr>
      <a:lvl9pPr marL="2743200" algn="l" defTabSz="342900" rtl="0">
        <a:defRPr sz="135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497477" name="Title 1"/>
          <p:cNvSpPr>
            <a:spLocks noGrp="1"/>
          </p:cNvSpPr>
          <p:nvPr>
            <p:ph type="ctrTitle"/>
          </p:nvPr>
        </p:nvSpPr>
        <p:spPr bwMode="auto">
          <a:xfrm>
            <a:off x="685800" y="1597819"/>
            <a:ext cx="7772400" cy="1102519"/>
          </a:xfrm>
        </p:spPr>
        <p:txBody>
          <a:bodyPr/>
          <a:lstStyle/>
          <a:p>
            <a:pPr marL="0" lvl="0" indent="0">
              <a:buNone/>
              <a:defRPr/>
            </a:pPr>
            <a:r>
              <a:rPr/>
              <a:t>Обучение основам работы с мультимедийными презентациями</a:t>
            </a:r>
            <a:endParaRPr/>
          </a:p>
        </p:txBody>
      </p:sp>
      <p:sp>
        <p:nvSpPr>
          <p:cNvPr id="1179546763" name="Subtitle 2"/>
          <p:cNvSpPr>
            <a:spLocks noGrp="1"/>
          </p:cNvSpPr>
          <p:nvPr>
            <p:ph type="subTitle" idx="1"/>
          </p:nvPr>
        </p:nvSpPr>
        <p:spPr bwMode="auto">
          <a:xfrm>
            <a:off x="1371600" y="2914650"/>
            <a:ext cx="6400800" cy="1314450"/>
          </a:xfrm>
        </p:spPr>
        <p:txBody>
          <a:bodyPr/>
          <a:lstStyle/>
          <a:p>
            <a:pPr marL="0" lvl="0" indent="0">
              <a:buNone/>
              <a:defRPr/>
            </a:pPr>
            <a:r>
              <a:rPr/>
              <a:t>с применением облачных технологий</a:t>
            </a:r>
            <a:br>
              <a:rPr/>
            </a:br>
            <a:br>
              <a:rPr/>
            </a:b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89455670" name="Title 1"/>
          <p:cNvSpPr>
            <a:spLocks noGrp="1"/>
          </p:cNvSpPr>
          <p:nvPr>
            <p:ph type="title"/>
          </p:nvPr>
        </p:nvSpPr>
        <p:spPr bwMode="auto"/>
        <p:txBody>
          <a:bodyPr/>
          <a:lstStyle/>
          <a:p>
            <a:pPr marL="0" lvl="0" indent="0">
              <a:buNone/>
              <a:defRPr/>
            </a:pPr>
            <a:r>
              <a:rPr lang="en-US" sz="3300" b="0" i="0" u="none" strike="noStrike" cap="none" spc="0">
                <a:solidFill>
                  <a:schemeClr val="tx1"/>
                </a:solidFill>
                <a:latin typeface="Calibri"/>
                <a:ea typeface="Calibri"/>
                <a:cs typeface="Calibri"/>
              </a:rPr>
              <a:t>Видеоролик 1</a:t>
            </a:r>
            <a:r>
              <a:rPr lang="ru-RU"/>
              <a:t>. </a:t>
            </a:r>
            <a:r>
              <a:rPr/>
              <a:t>Введение</a:t>
            </a:r>
            <a:endParaRPr/>
          </a:p>
        </p:txBody>
      </p:sp>
      <p:sp>
        <p:nvSpPr>
          <p:cNvPr id="1423953133" name="Content Placeholder 2"/>
          <p:cNvSpPr>
            <a:spLocks noGrp="1"/>
          </p:cNvSpPr>
          <p:nvPr>
            <p:ph idx="1"/>
          </p:nvPr>
        </p:nvSpPr>
        <p:spPr bwMode="auto"/>
        <p:txBody>
          <a:bodyPr/>
          <a:lstStyle/>
          <a:p>
            <a:pPr lvl="0">
              <a:defRPr/>
            </a:pPr>
            <a:r>
              <a:rPr/>
              <a:t>Тема: мультимедийные презентации и облачные сервисы</a:t>
            </a:r>
            <a:endParaRPr/>
          </a:p>
          <a:p>
            <a:pPr lvl="0">
              <a:defRPr/>
            </a:pPr>
            <a:r>
              <a:rPr/>
              <a:t>Актуальность: онлайн-инструменты часто используются в учебе</a:t>
            </a:r>
            <a:endParaRPr/>
          </a:p>
          <a:p>
            <a:pPr lvl="0">
              <a:defRPr/>
            </a:pPr>
            <a:r>
              <a:rPr/>
              <a:t>Презентация помогает кратко и наглядно представить материал</a:t>
            </a:r>
            <a:endParaRPr/>
          </a:p>
          <a:p>
            <a:pPr lvl="0">
              <a:defRPr/>
            </a:pPr>
            <a:r>
              <a:rPr/>
              <a:t>Облачные сервисы позволяют работать с разных устройств</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4514942" name="Title 1"/>
          <p:cNvSpPr>
            <a:spLocks noGrp="1"/>
          </p:cNvSpPr>
          <p:nvPr>
            <p:ph type="title"/>
          </p:nvPr>
        </p:nvSpPr>
        <p:spPr bwMode="auto"/>
        <p:txBody>
          <a:bodyPr/>
          <a:lstStyle/>
          <a:p>
            <a:pPr marL="0" lvl="0" indent="0">
              <a:buNone/>
              <a:defRPr/>
            </a:pPr>
            <a:r>
              <a:rPr/>
              <a:t>Цель и задачи</a:t>
            </a:r>
            <a:endParaRPr/>
          </a:p>
        </p:txBody>
      </p:sp>
      <p:sp>
        <p:nvSpPr>
          <p:cNvPr id="1341004714"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5000" lnSpcReduction="1000"/>
          </a:bodyPr>
          <a:lstStyle/>
          <a:p>
            <a:pPr marL="0" lvl="0" indent="0">
              <a:buNone/>
              <a:defRPr/>
            </a:pPr>
            <a:r>
              <a:rPr b="1"/>
              <a:t>Цель:</a:t>
            </a:r>
            <a:r>
              <a:rPr/>
              <a:t> изучить основы создания мультимедийных презентаций с помощью облачных технологий.</a:t>
            </a:r>
            <a:endParaRPr/>
          </a:p>
          <a:p>
            <a:pPr marL="0" lvl="0" indent="0">
              <a:buNone/>
              <a:defRPr/>
            </a:pPr>
            <a:r>
              <a:rPr b="1"/>
              <a:t>Задачи:</a:t>
            </a:r>
            <a:endParaRPr/>
          </a:p>
          <a:p>
            <a:pPr lvl="0">
              <a:defRPr/>
            </a:pPr>
            <a:r>
              <a:rPr/>
              <a:t>объяснить основные понятия;</a:t>
            </a:r>
            <a:endParaRPr/>
          </a:p>
          <a:p>
            <a:pPr lvl="0">
              <a:defRPr/>
            </a:pPr>
            <a:r>
              <a:rPr/>
              <a:t>рассмотреть сервисы для презентаций;</a:t>
            </a:r>
            <a:endParaRPr/>
          </a:p>
          <a:p>
            <a:pPr lvl="0">
              <a:defRPr/>
            </a:pPr>
            <a:r>
              <a:rPr/>
              <a:t>показать правила оформления;</a:t>
            </a:r>
            <a:endParaRPr/>
          </a:p>
          <a:p>
            <a:pPr lvl="0">
              <a:defRPr/>
            </a:pPr>
            <a:r>
              <a:rPr/>
              <a:t>составить конспект урока;</a:t>
            </a:r>
            <a:endParaRPr/>
          </a:p>
          <a:p>
            <a:pPr lvl="0">
              <a:defRPr/>
            </a:pPr>
            <a:r>
              <a:rPr/>
              <a:t>проверить знания с помощью теста.</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78186975" name="Title 1"/>
          <p:cNvSpPr>
            <a:spLocks noGrp="1"/>
          </p:cNvSpPr>
          <p:nvPr>
            <p:ph type="title"/>
          </p:nvPr>
        </p:nvSpPr>
        <p:spPr bwMode="auto"/>
        <p:txBody>
          <a:bodyPr/>
          <a:lstStyle/>
          <a:p>
            <a:pPr marL="0" lvl="0" indent="0">
              <a:buNone/>
              <a:defRPr/>
            </a:pPr>
            <a:r>
              <a:rPr lang="en-US" sz="3300" b="0" i="0" u="none" strike="noStrike" cap="none" spc="0">
                <a:solidFill>
                  <a:schemeClr val="tx1"/>
                </a:solidFill>
                <a:latin typeface="Calibri"/>
                <a:ea typeface="Calibri"/>
                <a:cs typeface="Calibri"/>
              </a:rPr>
              <a:t>Видеоролик 2</a:t>
            </a:r>
            <a:r>
              <a:rPr lang="ru-RU"/>
              <a:t>. </a:t>
            </a:r>
            <a:r>
              <a:rPr/>
              <a:t>Основные понятия</a:t>
            </a:r>
            <a:endParaRPr/>
          </a:p>
        </p:txBody>
      </p:sp>
      <p:sp>
        <p:nvSpPr>
          <p:cNvPr id="159655758" name="Content Placeholder 2"/>
          <p:cNvSpPr>
            <a:spLocks noGrp="1"/>
          </p:cNvSpPr>
          <p:nvPr>
            <p:ph idx="1"/>
          </p:nvPr>
        </p:nvSpPr>
        <p:spPr bwMode="auto"/>
        <p:txBody>
          <a:bodyPr/>
          <a:lstStyle/>
          <a:p>
            <a:pPr lvl="0">
              <a:defRPr/>
            </a:pPr>
            <a:r>
              <a:rPr/>
              <a:t>Облачные технологии дают доступ к файлам и программам через интернет</a:t>
            </a:r>
            <a:endParaRPr/>
          </a:p>
          <a:p>
            <a:pPr lvl="0">
              <a:defRPr/>
            </a:pPr>
            <a:r>
              <a:rPr/>
              <a:t>Данные хранятся на удаленных серверах</a:t>
            </a:r>
            <a:endParaRPr/>
          </a:p>
          <a:p>
            <a:pPr lvl="0">
              <a:defRPr/>
            </a:pPr>
            <a:r>
              <a:rPr/>
              <a:t>Пользователь работает через браузер</a:t>
            </a:r>
            <a:endParaRPr/>
          </a:p>
          <a:p>
            <a:pPr lvl="0">
              <a:defRPr/>
            </a:pPr>
            <a:r>
              <a:rPr/>
              <a:t>Материалы можно открывать дома, в классе и на другом устройстве</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9230467" name="Title 1"/>
          <p:cNvSpPr>
            <a:spLocks noGrp="1"/>
          </p:cNvSpPr>
          <p:nvPr>
            <p:ph type="title"/>
          </p:nvPr>
        </p:nvSpPr>
        <p:spPr bwMode="auto"/>
        <p:txBody>
          <a:bodyPr/>
          <a:lstStyle/>
          <a:p>
            <a:pPr marL="0" lvl="0" indent="0">
              <a:buNone/>
              <a:defRPr/>
            </a:pPr>
            <a:r>
              <a:rPr/>
              <a:t>Преимущества и ограничения облака</a:t>
            </a:r>
            <a:endParaRPr/>
          </a:p>
        </p:txBody>
      </p:sp>
      <p:sp>
        <p:nvSpPr>
          <p:cNvPr id="185030132"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85000" lnSpcReduction="3000"/>
          </a:bodyPr>
          <a:lstStyle/>
          <a:p>
            <a:pPr marL="0" lvl="0" indent="0">
              <a:buNone/>
              <a:defRPr/>
            </a:pPr>
            <a:r>
              <a:rPr b="1"/>
              <a:t>Преимущества:</a:t>
            </a:r>
            <a:endParaRPr/>
          </a:p>
          <a:p>
            <a:pPr lvl="0">
              <a:defRPr/>
            </a:pPr>
            <a:r>
              <a:rPr/>
              <a:t>не нужно устанавливать сложные программы;</a:t>
            </a:r>
            <a:endParaRPr/>
          </a:p>
          <a:p>
            <a:pPr lvl="0">
              <a:defRPr/>
            </a:pPr>
            <a:r>
              <a:rPr/>
              <a:t>есть автосохранение;</a:t>
            </a:r>
            <a:endParaRPr/>
          </a:p>
          <a:p>
            <a:pPr lvl="0">
              <a:defRPr/>
            </a:pPr>
            <a:r>
              <a:rPr/>
              <a:t>легко отправить ссылку;</a:t>
            </a:r>
            <a:endParaRPr/>
          </a:p>
          <a:p>
            <a:pPr lvl="0">
              <a:defRPr/>
            </a:pPr>
            <a:r>
              <a:rPr/>
              <a:t>возможна совместная работа.</a:t>
            </a:r>
            <a:endParaRPr/>
          </a:p>
          <a:p>
            <a:pPr marL="0" lvl="0" indent="0">
              <a:buNone/>
              <a:defRPr/>
            </a:pPr>
            <a:r>
              <a:rPr b="1"/>
              <a:t>Ограничения:</a:t>
            </a:r>
            <a:endParaRPr/>
          </a:p>
          <a:p>
            <a:pPr lvl="0">
              <a:defRPr/>
            </a:pPr>
            <a:r>
              <a:rPr/>
              <a:t>нужен интернет;</a:t>
            </a:r>
            <a:endParaRPr/>
          </a:p>
          <a:p>
            <a:pPr lvl="0">
              <a:defRPr/>
            </a:pPr>
            <a:r>
              <a:rPr/>
              <a:t>часть функций может быть платной;</a:t>
            </a:r>
            <a:endParaRPr/>
          </a:p>
          <a:p>
            <a:pPr lvl="0">
              <a:defRPr/>
            </a:pPr>
            <a:r>
              <a:rPr/>
              <a:t>важно защищать аккаунт.</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8046277" name="Title 1"/>
          <p:cNvSpPr>
            <a:spLocks noGrp="1"/>
          </p:cNvSpPr>
          <p:nvPr>
            <p:ph type="title"/>
          </p:nvPr>
        </p:nvSpPr>
        <p:spPr bwMode="auto"/>
        <p:txBody>
          <a:bodyPr/>
          <a:lstStyle/>
          <a:p>
            <a:pPr marL="0" lvl="0" indent="0">
              <a:buNone/>
              <a:defRPr/>
            </a:pPr>
            <a:r>
              <a:rPr lang="en-US" sz="3300" b="0" i="0" u="none" strike="noStrike" cap="none" spc="0">
                <a:solidFill>
                  <a:schemeClr val="tx1"/>
                </a:solidFill>
                <a:latin typeface="Calibri"/>
                <a:ea typeface="Calibri"/>
                <a:cs typeface="Calibri"/>
              </a:rPr>
              <a:t>Видеоролик 3</a:t>
            </a:r>
            <a:r>
              <a:rPr lang="ru-RU"/>
              <a:t>. </a:t>
            </a:r>
            <a:r>
              <a:rPr/>
              <a:t>Облачные сервисы</a:t>
            </a:r>
            <a:endParaRPr/>
          </a:p>
        </p:txBody>
      </p:sp>
      <p:sp>
        <p:nvSpPr>
          <p:cNvPr id="1140513030" name="Content Placeholder 2"/>
          <p:cNvSpPr>
            <a:spLocks noGrp="1"/>
          </p:cNvSpPr>
          <p:nvPr>
            <p:ph idx="1"/>
          </p:nvPr>
        </p:nvSpPr>
        <p:spPr bwMode="auto"/>
        <p:txBody>
          <a:bodyPr/>
          <a:lstStyle/>
          <a:p>
            <a:pPr marL="0" lvl="0" indent="0">
              <a:buNone/>
              <a:defRPr/>
            </a:pPr>
            <a:endParaRPr/>
          </a:p>
          <a:p>
            <a:pPr lvl="0">
              <a:defRPr/>
            </a:pPr>
            <a:r>
              <a:rPr/>
              <a:t>Google Slides</a:t>
            </a:r>
            <a:endParaRPr/>
          </a:p>
          <a:p>
            <a:pPr lvl="0">
              <a:defRPr/>
            </a:pPr>
            <a:r>
              <a:rPr/>
              <a:t>Microsoft PowerPoint Online</a:t>
            </a:r>
            <a:endParaRPr/>
          </a:p>
          <a:p>
            <a:pPr lvl="0">
              <a:defRPr/>
            </a:pPr>
            <a:r>
              <a:rPr/>
              <a:t>Prezi</a:t>
            </a:r>
            <a:endParaRPr/>
          </a:p>
          <a:p>
            <a:pPr lvl="0">
              <a:defRPr/>
            </a:pPr>
            <a:r>
              <a:rPr/>
              <a:t>Canva</a:t>
            </a:r>
            <a:endParaRPr/>
          </a:p>
          <a:p>
            <a:pPr lvl="0">
              <a:defRPr/>
            </a:pPr>
            <a:r>
              <a:rPr/>
              <a:t>Яндекс Документы</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25930893" name="Title 1"/>
          <p:cNvSpPr>
            <a:spLocks noGrp="1"/>
          </p:cNvSpPr>
          <p:nvPr>
            <p:ph type="title"/>
          </p:nvPr>
        </p:nvSpPr>
        <p:spPr bwMode="auto"/>
        <p:txBody>
          <a:bodyPr/>
          <a:lstStyle/>
          <a:p>
            <a:pPr marL="0" lvl="0" indent="0">
              <a:buNone/>
              <a:defRPr/>
            </a:pPr>
            <a:r>
              <a:rPr/>
              <a:t>Как использовать сервисы на уроке</a:t>
            </a:r>
            <a:endParaRPr/>
          </a:p>
        </p:txBody>
      </p:sp>
      <p:sp>
        <p:nvSpPr>
          <p:cNvPr id="1630160943" name="Content Placeholder 2"/>
          <p:cNvSpPr>
            <a:spLocks noGrp="1"/>
          </p:cNvSpPr>
          <p:nvPr>
            <p:ph idx="1"/>
          </p:nvPr>
        </p:nvSpPr>
        <p:spPr bwMode="auto"/>
        <p:txBody>
          <a:bodyPr/>
          <a:lstStyle/>
          <a:p>
            <a:pPr lvl="0">
              <a:defRPr/>
            </a:pPr>
            <a:r>
              <a:rPr/>
              <a:t>Учитель показывает пример презентации</a:t>
            </a:r>
            <a:endParaRPr/>
          </a:p>
          <a:p>
            <a:pPr lvl="0">
              <a:defRPr/>
            </a:pPr>
            <a:r>
              <a:rPr/>
              <a:t>Учащиеся создают 5-7 слайдов</a:t>
            </a:r>
            <a:endParaRPr/>
          </a:p>
          <a:p>
            <a:pPr lvl="0">
              <a:defRPr/>
            </a:pPr>
            <a:r>
              <a:rPr/>
              <a:t>В слайды добавляются текст, изображения и видео</a:t>
            </a:r>
            <a:endParaRPr/>
          </a:p>
          <a:p>
            <a:pPr lvl="0">
              <a:defRPr/>
            </a:pPr>
            <a:r>
              <a:rPr/>
              <a:t>Работа публикуется по ссылке</a:t>
            </a:r>
            <a:endParaRPr/>
          </a:p>
          <a:p>
            <a:pPr lvl="0">
              <a:defRPr/>
            </a:pPr>
            <a:r>
              <a:rPr/>
              <a:t>Итог обсуждается в классе</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3056264" name="Title 1"/>
          <p:cNvSpPr>
            <a:spLocks noGrp="1"/>
          </p:cNvSpPr>
          <p:nvPr>
            <p:ph type="title"/>
          </p:nvPr>
        </p:nvSpPr>
        <p:spPr bwMode="auto">
          <a:xfrm flipH="0" flipV="0">
            <a:off x="457200" y="-340916"/>
            <a:ext cx="4455142" cy="871537"/>
          </a:xfrm>
        </p:spPr>
        <p:txBody>
          <a:bodyPr vertOverflow="overflow" horzOverflow="overflow" vert="horz" wrap="square" lIns="91440" tIns="45720" rIns="91440" bIns="45720" numCol="1" spcCol="0" rtlCol="0" fromWordArt="0" anchor="b" anchorCtr="0" forceAA="0" upright="0" compatLnSpc="0">
            <a:normAutofit/>
          </a:bodyPr>
          <a:lstStyle/>
          <a:p>
            <a:pPr marL="0" lvl="0" indent="0">
              <a:buNone/>
              <a:defRPr/>
            </a:pPr>
            <a:r>
              <a:rPr sz="3000" b="0"/>
              <a:t>Сравнение сервисов</a:t>
            </a:r>
            <a:endParaRPr sz="3000" b="0"/>
          </a:p>
        </p:txBody>
      </p:sp>
      <p:sp>
        <p:nvSpPr>
          <p:cNvPr id="451970837" name="Text Placeholder 3"/>
          <p:cNvSpPr>
            <a:spLocks noGrp="1"/>
          </p:cNvSpPr>
          <p:nvPr>
            <p:ph type="body" sz="half" idx="2"/>
          </p:nvPr>
        </p:nvSpPr>
        <p:spPr bwMode="auto"/>
        <p:txBody>
          <a:bodyPr/>
          <a:lstStyle/>
          <a:p>
            <a:pPr marL="0" lvl="0" indent="0">
              <a:buNone/>
              <a:defRPr/>
            </a:pPr>
            <a:endParaRPr/>
          </a:p>
        </p:txBody>
      </p:sp>
      <p:graphicFrame>
        <p:nvGraphicFramePr>
          <p:cNvPr id="1904871607" name="Content Placeholder 5"/>
          <p:cNvGraphicFramePr>
            <a:graphicFrameLocks xmlns:a="http://schemas.openxmlformats.org/drawingml/2006/main" noGrp="1"/>
          </p:cNvGraphicFramePr>
          <p:nvPr>
            <p:ph idx="1"/>
          </p:nvPr>
        </p:nvGraphicFramePr>
        <p:xfrm rot="0">
          <a:off x="457200" y="621029"/>
          <a:ext cx="5808487" cy="3901439"/>
        </p:xfrm>
        <a:graphic>
          <a:graphicData uri="http://schemas.openxmlformats.org/drawingml/2006/table">
            <a:tbl>
              <a:tblPr firstRow="1" firstCol="0" lastRow="0" lastCol="0" bandRow="1" bandCol="0">
                <a:tableStyleId>{5C22544A-7EE6-4342-B048-85BDC9FD1C3A}</a:tableStyleId>
              </a:tblPr>
              <a:tblGrid>
                <a:gridCol w="3661282"/>
                <a:gridCol w="3661282"/>
              </a:tblGrid>
              <a:tr h="0">
                <a:tc>
                  <a:txBody>
                    <a:bodyPr/>
                    <a:p>
                      <a:pPr marL="0" lvl="0" indent="0">
                        <a:buNone/>
                        <a:defRPr/>
                      </a:pPr>
                      <a:r>
                        <a:rPr sz="2200"/>
                        <a:t>Сервис</a:t>
                      </a:r>
                      <a:endParaRPr sz="2200"/>
                    </a:p>
                  </a:txBody>
                  <a:tcPr/>
                </a:tc>
                <a:tc>
                  <a:txBody>
                    <a:bodyPr/>
                    <a:p>
                      <a:pPr marL="0" lvl="0" indent="0">
                        <a:buNone/>
                        <a:defRPr/>
                      </a:pPr>
                      <a:r>
                        <a:rPr sz="2200"/>
                        <a:t>Основное назначение</a:t>
                      </a:r>
                      <a:endParaRPr sz="2200"/>
                    </a:p>
                  </a:txBody>
                  <a:tcPr/>
                </a:tc>
              </a:tr>
              <a:tr h="0">
                <a:tc>
                  <a:txBody>
                    <a:bodyPr/>
                    <a:p>
                      <a:pPr marL="0" lvl="0" indent="0">
                        <a:buNone/>
                        <a:defRPr/>
                      </a:pPr>
                      <a:r>
                        <a:rPr sz="2200"/>
                        <a:t>Google Slides</a:t>
                      </a:r>
                      <a:endParaRPr sz="2200"/>
                    </a:p>
                  </a:txBody>
                  <a:tcPr/>
                </a:tc>
                <a:tc>
                  <a:txBody>
                    <a:bodyPr/>
                    <a:p>
                      <a:pPr marL="0" lvl="0" indent="0">
                        <a:buNone/>
                        <a:defRPr/>
                      </a:pPr>
                      <a:r>
                        <a:rPr sz="2200"/>
                        <a:t>совместная работа</a:t>
                      </a:r>
                      <a:endParaRPr sz="2200"/>
                    </a:p>
                  </a:txBody>
                  <a:tcPr/>
                </a:tc>
              </a:tr>
              <a:tr h="0">
                <a:tc>
                  <a:txBody>
                    <a:bodyPr/>
                    <a:p>
                      <a:pPr marL="0" lvl="0" indent="0">
                        <a:buNone/>
                        <a:defRPr/>
                      </a:pPr>
                      <a:r>
                        <a:rPr sz="2200"/>
                        <a:t>PowerPoint Online</a:t>
                      </a:r>
                      <a:endParaRPr sz="2200"/>
                    </a:p>
                  </a:txBody>
                  <a:tcPr/>
                </a:tc>
                <a:tc>
                  <a:txBody>
                    <a:bodyPr/>
                    <a:p>
                      <a:pPr marL="0" lvl="0" indent="0">
                        <a:buNone/>
                        <a:defRPr/>
                      </a:pPr>
                      <a:r>
                        <a:rPr sz="2200"/>
                        <a:t>привычный формат PowerPoint</a:t>
                      </a:r>
                      <a:endParaRPr sz="2200"/>
                    </a:p>
                  </a:txBody>
                  <a:tcPr/>
                </a:tc>
              </a:tr>
              <a:tr h="0">
                <a:tc>
                  <a:txBody>
                    <a:bodyPr/>
                    <a:p>
                      <a:pPr marL="0" lvl="0" indent="0">
                        <a:buNone/>
                        <a:defRPr/>
                      </a:pPr>
                      <a:r>
                        <a:rPr sz="2200"/>
                        <a:t>Prezi</a:t>
                      </a:r>
                      <a:endParaRPr sz="2200"/>
                    </a:p>
                  </a:txBody>
                  <a:tcPr/>
                </a:tc>
                <a:tc>
                  <a:txBody>
                    <a:bodyPr/>
                    <a:p>
                      <a:pPr marL="0" lvl="0" indent="0">
                        <a:buNone/>
                        <a:defRPr/>
                      </a:pPr>
                      <a:r>
                        <a:rPr sz="2200"/>
                        <a:t>нелинейная подача материала</a:t>
                      </a:r>
                      <a:endParaRPr sz="2200"/>
                    </a:p>
                  </a:txBody>
                  <a:tcPr/>
                </a:tc>
              </a:tr>
              <a:tr h="0">
                <a:tc>
                  <a:txBody>
                    <a:bodyPr/>
                    <a:p>
                      <a:pPr marL="0" lvl="0" indent="0">
                        <a:buNone/>
                        <a:defRPr/>
                      </a:pPr>
                      <a:r>
                        <a:rPr sz="2200"/>
                        <a:t>Canva</a:t>
                      </a:r>
                      <a:endParaRPr sz="2200"/>
                    </a:p>
                  </a:txBody>
                  <a:tcPr/>
                </a:tc>
                <a:tc>
                  <a:txBody>
                    <a:bodyPr/>
                    <a:p>
                      <a:pPr marL="0" lvl="0" indent="0">
                        <a:buNone/>
                        <a:defRPr/>
                      </a:pPr>
                      <a:r>
                        <a:rPr sz="2200"/>
                        <a:t>быстрое оформление по шаблонам</a:t>
                      </a:r>
                      <a:endParaRPr sz="2200"/>
                    </a:p>
                  </a:txBody>
                  <a:tcPr/>
                </a:tc>
              </a:tr>
              <a:tr h="0">
                <a:tc>
                  <a:txBody>
                    <a:bodyPr/>
                    <a:p>
                      <a:pPr marL="0" lvl="0" indent="0">
                        <a:buNone/>
                        <a:defRPr/>
                      </a:pPr>
                      <a:r>
                        <a:rPr sz="2200"/>
                        <a:t>Яндекс Документы</a:t>
                      </a:r>
                      <a:endParaRPr sz="2200"/>
                    </a:p>
                  </a:txBody>
                  <a:tcPr/>
                </a:tc>
                <a:tc>
                  <a:txBody>
                    <a:bodyPr/>
                    <a:p>
                      <a:pPr marL="0" lvl="0" indent="0">
                        <a:buNone/>
                        <a:defRPr/>
                      </a:pPr>
                      <a:r>
                        <a:rPr sz="2200"/>
                        <a:t>хранение и общий доступ</a:t>
                      </a:r>
                      <a:endParaRPr sz="22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173656" name="Title 1"/>
          <p:cNvSpPr>
            <a:spLocks noGrp="1"/>
          </p:cNvSpPr>
          <p:nvPr>
            <p:ph type="title"/>
          </p:nvPr>
        </p:nvSpPr>
        <p:spPr bwMode="auto"/>
        <p:txBody>
          <a:bodyPr/>
          <a:lstStyle/>
          <a:p>
            <a:pPr marL="0" lvl="0" indent="0">
              <a:buNone/>
              <a:defRPr/>
            </a:pPr>
            <a:r>
              <a:rPr lang="en-US" sz="3300" b="0" i="0" u="none" strike="noStrike" cap="none" spc="0">
                <a:solidFill>
                  <a:schemeClr val="tx1"/>
                </a:solidFill>
                <a:latin typeface="Calibri"/>
                <a:ea typeface="Calibri"/>
                <a:cs typeface="Calibri"/>
              </a:rPr>
              <a:t>Видеоролик 4</a:t>
            </a:r>
            <a:r>
              <a:rPr lang="ru-RU"/>
              <a:t>. </a:t>
            </a:r>
            <a:r>
              <a:rPr/>
              <a:t>Учебная литература</a:t>
            </a:r>
            <a:endParaRPr/>
          </a:p>
        </p:txBody>
      </p:sp>
      <p:sp>
        <p:nvSpPr>
          <p:cNvPr id="450935665" name="Content Placeholder 2"/>
          <p:cNvSpPr>
            <a:spLocks noGrp="1"/>
          </p:cNvSpPr>
          <p:nvPr>
            <p:ph idx="1"/>
          </p:nvPr>
        </p:nvSpPr>
        <p:spPr bwMode="auto"/>
        <p:txBody>
          <a:bodyPr/>
          <a:lstStyle/>
          <a:p>
            <a:pPr lvl="0">
              <a:defRPr/>
            </a:pPr>
            <a:r>
              <a:rPr/>
              <a:t>Учебники по информатике</a:t>
            </a:r>
            <a:endParaRPr/>
          </a:p>
          <a:p>
            <a:pPr lvl="0">
              <a:defRPr/>
            </a:pPr>
            <a:r>
              <a:rPr/>
              <a:t>Методические пособия по ИКТ в образовании</a:t>
            </a:r>
            <a:endParaRPr/>
          </a:p>
          <a:p>
            <a:pPr lvl="0">
              <a:defRPr/>
            </a:pPr>
            <a:r>
              <a:rPr/>
              <a:t>Материалы по цифровой образовательной среде</a:t>
            </a:r>
            <a:endParaRPr/>
          </a:p>
          <a:p>
            <a:pPr lvl="0">
              <a:defRPr/>
            </a:pPr>
            <a:r>
              <a:rPr/>
              <a:t>Статьи о применении облачных сервисов в обучении</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30593696" name="Title 1"/>
          <p:cNvSpPr>
            <a:spLocks noGrp="1"/>
          </p:cNvSpPr>
          <p:nvPr>
            <p:ph type="title"/>
          </p:nvPr>
        </p:nvSpPr>
        <p:spPr bwMode="auto"/>
        <p:txBody>
          <a:bodyPr/>
          <a:lstStyle/>
          <a:p>
            <a:pPr marL="0" lvl="0" indent="0">
              <a:buNone/>
              <a:defRPr/>
            </a:pPr>
            <a:r>
              <a:rPr/>
              <a:t>Методические идеи</a:t>
            </a:r>
            <a:endParaRPr/>
          </a:p>
        </p:txBody>
      </p:sp>
      <p:sp>
        <p:nvSpPr>
          <p:cNvPr id="235196065" name="Content Placeholder 2"/>
          <p:cNvSpPr>
            <a:spLocks noGrp="1"/>
          </p:cNvSpPr>
          <p:nvPr>
            <p:ph idx="1"/>
          </p:nvPr>
        </p:nvSpPr>
        <p:spPr bwMode="auto"/>
        <p:txBody>
          <a:bodyPr/>
          <a:lstStyle/>
          <a:p>
            <a:pPr lvl="0">
              <a:defRPr/>
            </a:pPr>
            <a:r>
              <a:rPr/>
              <a:t>Объяснение должно быть коротким и понятным</a:t>
            </a:r>
            <a:endParaRPr/>
          </a:p>
          <a:p>
            <a:pPr lvl="0">
              <a:defRPr/>
            </a:pPr>
            <a:r>
              <a:rPr/>
              <a:t>После теории нужна демонстрация на экране</a:t>
            </a:r>
            <a:endParaRPr/>
          </a:p>
          <a:p>
            <a:pPr lvl="0">
              <a:defRPr/>
            </a:pPr>
            <a:r>
              <a:rPr/>
              <a:t>Основная часть урока должна быть практической</a:t>
            </a:r>
            <a:endParaRPr/>
          </a:p>
          <a:p>
            <a:pPr lvl="0">
              <a:defRPr/>
            </a:pPr>
            <a:r>
              <a:rPr/>
              <a:t>Итог можно проверить тестом</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7538911" name="Title 1"/>
          <p:cNvSpPr>
            <a:spLocks noGrp="1"/>
          </p:cNvSpPr>
          <p:nvPr>
            <p:ph type="title"/>
          </p:nvPr>
        </p:nvSpPr>
        <p:spPr bwMode="auto"/>
        <p:txBody>
          <a:bodyPr/>
          <a:lstStyle/>
          <a:p>
            <a:pPr marL="0" lvl="0" indent="0">
              <a:buNone/>
              <a:defRPr/>
            </a:pPr>
            <a:r>
              <a:rPr lang="en-US" sz="3300" b="0" i="0" u="none" strike="noStrike" cap="none" spc="0">
                <a:solidFill>
                  <a:schemeClr val="tx1"/>
                </a:solidFill>
                <a:latin typeface="Calibri"/>
                <a:ea typeface="Calibri"/>
                <a:cs typeface="Calibri"/>
              </a:rPr>
              <a:t>Видеоролик 5</a:t>
            </a:r>
            <a:r>
              <a:rPr lang="ru-RU"/>
              <a:t>. </a:t>
            </a:r>
            <a:r>
              <a:rPr/>
              <a:t>Конспект урока</a:t>
            </a:r>
            <a:endParaRPr/>
          </a:p>
        </p:txBody>
      </p:sp>
      <p:sp>
        <p:nvSpPr>
          <p:cNvPr id="2001021405" name="Content Placeholder 2"/>
          <p:cNvSpPr>
            <a:spLocks noGrp="1"/>
          </p:cNvSpPr>
          <p:nvPr>
            <p:ph idx="1"/>
          </p:nvPr>
        </p:nvSpPr>
        <p:spPr bwMode="auto"/>
        <p:txBody>
          <a:bodyPr/>
          <a:lstStyle/>
          <a:p>
            <a:pPr lvl="0">
              <a:defRPr/>
            </a:pPr>
            <a:r>
              <a:rPr/>
              <a:t>Тема урока: создание презентации в облачном сервисе</a:t>
            </a:r>
            <a:endParaRPr/>
          </a:p>
          <a:p>
            <a:pPr lvl="0">
              <a:defRPr/>
            </a:pPr>
            <a:r>
              <a:rPr/>
              <a:t>Цель: научиться создавать простую учебную презентацию</a:t>
            </a:r>
            <a:endParaRPr/>
          </a:p>
          <a:p>
            <a:pPr lvl="0">
              <a:defRPr/>
            </a:pPr>
            <a:r>
              <a:rPr/>
              <a:t>Оборудование: компьютер, браузер, интернет, облачный сервис</a:t>
            </a:r>
            <a:endParaRPr/>
          </a:p>
          <a:p>
            <a:pPr lvl="0">
              <a:defRPr/>
            </a:pPr>
            <a:r>
              <a:rPr/>
              <a:t>Форма работы: объяснение, показ, самостоятельная работа</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4294529" name="Title 1"/>
          <p:cNvSpPr>
            <a:spLocks noGrp="1"/>
          </p:cNvSpPr>
          <p:nvPr>
            <p:ph type="title"/>
          </p:nvPr>
        </p:nvSpPr>
        <p:spPr bwMode="auto"/>
        <p:txBody>
          <a:bodyPr/>
          <a:lstStyle/>
          <a:p>
            <a:pPr marL="0" lvl="0" indent="0">
              <a:buNone/>
              <a:defRPr/>
            </a:pPr>
            <a:r>
              <a:rPr/>
              <a:t>Этапы урока</a:t>
            </a:r>
            <a:endParaRPr/>
          </a:p>
        </p:txBody>
      </p:sp>
      <p:sp>
        <p:nvSpPr>
          <p:cNvPr id="1330648124" name="Content Placeholder 2"/>
          <p:cNvSpPr>
            <a:spLocks noGrp="1"/>
          </p:cNvSpPr>
          <p:nvPr>
            <p:ph idx="1"/>
          </p:nvPr>
        </p:nvSpPr>
        <p:spPr bwMode="auto"/>
        <p:txBody>
          <a:bodyPr/>
          <a:lstStyle/>
          <a:p>
            <a:pPr marL="342900" lvl="0" indent="-342900">
              <a:buAutoNum type="arabicPeriod"/>
              <a:defRPr/>
            </a:pPr>
            <a:r>
              <a:rPr/>
              <a:t>Организационный момент</a:t>
            </a:r>
            <a:endParaRPr/>
          </a:p>
          <a:p>
            <a:pPr marL="342900" lvl="0" indent="-342900">
              <a:buAutoNum type="arabicPeriod"/>
              <a:defRPr/>
            </a:pPr>
            <a:r>
              <a:rPr/>
              <a:t>Объяснение понятия облачного сервиса</a:t>
            </a:r>
            <a:endParaRPr/>
          </a:p>
          <a:p>
            <a:pPr marL="342900" lvl="0" indent="-342900">
              <a:buAutoNum type="arabicPeriod"/>
              <a:defRPr/>
            </a:pPr>
            <a:r>
              <a:rPr/>
              <a:t>Демонстрация создания презентации</a:t>
            </a:r>
            <a:endParaRPr/>
          </a:p>
          <a:p>
            <a:pPr marL="342900" lvl="0" indent="-342900">
              <a:buAutoNum type="arabicPeriod"/>
              <a:defRPr/>
            </a:pPr>
            <a:r>
              <a:rPr/>
              <a:t>Самостоятельная работа учащихся</a:t>
            </a:r>
            <a:endParaRPr/>
          </a:p>
          <a:p>
            <a:pPr marL="342900" lvl="0" indent="-342900">
              <a:buAutoNum type="arabicPeriod"/>
              <a:defRPr/>
            </a:pPr>
            <a:r>
              <a:rPr/>
              <a:t>Публикация ссылки</a:t>
            </a:r>
            <a:endParaRPr/>
          </a:p>
          <a:p>
            <a:pPr marL="342900" lvl="0" indent="-342900">
              <a:buAutoNum type="arabicPeriod"/>
              <a:defRPr/>
            </a:pPr>
            <a:r>
              <a:rPr/>
              <a:t>Проверочный тест</a:t>
            </a:r>
            <a:endParaRPr/>
          </a:p>
          <a:p>
            <a:pPr marL="342900" lvl="0" indent="-342900">
              <a:buAutoNum type="arabicPeriod"/>
              <a:defRPr/>
            </a:pPr>
            <a:r>
              <a:rPr/>
              <a:t>Подведение итогов</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5077926" name="Title 1"/>
          <p:cNvSpPr>
            <a:spLocks noGrp="1"/>
          </p:cNvSpPr>
          <p:nvPr>
            <p:ph type="title"/>
          </p:nvPr>
        </p:nvSpPr>
        <p:spPr bwMode="auto"/>
        <p:txBody>
          <a:bodyPr/>
          <a:lstStyle/>
          <a:p>
            <a:pPr marL="0" lvl="0" indent="0">
              <a:buNone/>
              <a:defRPr/>
            </a:pPr>
            <a:r>
              <a:rPr/>
              <a:t>Итог</a:t>
            </a:r>
            <a:endParaRPr/>
          </a:p>
        </p:txBody>
      </p:sp>
      <p:sp>
        <p:nvSpPr>
          <p:cNvPr id="829437162" name="Content Placeholder 2"/>
          <p:cNvSpPr>
            <a:spLocks noGrp="1"/>
          </p:cNvSpPr>
          <p:nvPr>
            <p:ph idx="1"/>
          </p:nvPr>
        </p:nvSpPr>
        <p:spPr bwMode="auto"/>
        <p:txBody>
          <a:bodyPr/>
          <a:lstStyle/>
          <a:p>
            <a:pPr lvl="0">
              <a:defRPr/>
            </a:pPr>
            <a:r>
              <a:rPr/>
              <a:t>Мультимедийная презентация объединяет текст, изображения, таблицы и видео</a:t>
            </a:r>
            <a:endParaRPr/>
          </a:p>
          <a:p>
            <a:pPr lvl="0">
              <a:defRPr/>
            </a:pPr>
            <a:r>
              <a:rPr/>
              <a:t>Облачные технологии делают работу доступной и совместной</a:t>
            </a:r>
            <a:endParaRPr/>
          </a:p>
          <a:p>
            <a:pPr lvl="0">
              <a:defRPr/>
            </a:pPr>
            <a:r>
              <a:rPr/>
              <a:t>Учащиеся получают практический навык создания презентации</a:t>
            </a:r>
            <a:endParaRPr/>
          </a:p>
          <a:p>
            <a:pPr lvl="0">
              <a:defRPr/>
            </a:pPr>
            <a:r>
              <a:rPr/>
              <a:t>Электронный ресурс помогает изучить тему по шагам</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13</Slides>
  <Notes>13</Notes>
  <HiddenSlides>0</HiddenSlides>
  <MMClips>2</MMClips>
  <ScaleCrop>0</ScaleCrop>
  <HeadingPairs>
    <vt:vector size="4" baseType="variant">
      <vt:variant>
        <vt:lpstr>Theme</vt:lpstr>
      </vt:variant>
      <vt:variant>
        <vt:i4>1</vt:i4>
      </vt:variant>
      <vt:variant>
        <vt:lpstr>Slide Titles</vt:lpstr>
      </vt:variant>
      <vt:variant>
        <vt:i4>13</vt:i4>
      </vt:variant>
    </vt:vector>
  </HeadingPairs>
  <TitlesOfParts>
    <vt:vector size="14"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Обучение основам работы с мультимедийными презентациями</dc:title>
  <dc:creator/>
  <cp:keywords/>
  <cp:lastModifiedBy/>
  <cp:revision>1</cp:revision>
  <dcterms:created xsi:type="dcterms:W3CDTF">2026-05-11T13:48:05Z</dcterms:created>
  <dcterms:modified xsi:type="dcterms:W3CDTF">2026-05-11T13:53:29Z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
  </property>
  <property fmtid="{D5CDD505-2E9C-101B-9397-08002B2CF9AE}" pid="3" name="subtitle">
    <vt:lpwstr>с применением облачных технологий</vt:lpwstr>
  </property>
</Properties>
</file>